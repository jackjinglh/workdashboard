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62" r:id="rId4"/>
    <p:sldId id="264" r:id="rId5"/>
    <p:sldId id="266" r:id="rId6"/>
    <p:sldId id="268" r:id="rId7"/>
    <p:sldId id="270" r:id="rId8"/>
    <p:sldId id="271" r:id="rId9"/>
    <p:sldId id="27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4.xml"/><Relationship Id="rId3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image" Target="../media/image3.png"/><Relationship Id="rId6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tags" Target="../tags/tag6.xml"/><Relationship Id="rId3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11.xml"/><Relationship Id="rId3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13.xml"/><Relationship Id="rId3" Type="http://schemas.openxmlformats.org/officeDocument/2006/relationships/image" Target="../media/image2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15.xml"/><Relationship Id="rId3" Type="http://schemas.openxmlformats.org/officeDocument/2006/relationships/image" Target="../media/image4.pn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17.xml"/><Relationship Id="rId3" Type="http://schemas.openxmlformats.org/officeDocument/2006/relationships/image" Target="../media/image2.png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19.xml"/><Relationship Id="rId3" Type="http://schemas.openxmlformats.org/officeDocument/2006/relationships/image" Target="../media/image2.png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21.xml"/><Relationship Id="rId3" Type="http://schemas.openxmlformats.org/officeDocument/2006/relationships/image" Target="../media/image2.png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1.png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image" Target="../media/image3.png"/><Relationship Id="rId4" Type="http://schemas.openxmlformats.org/officeDocument/2006/relationships/tags" Target="../tags/tag26.xml"/><Relationship Id="rId3" Type="http://schemas.openxmlformats.org/officeDocument/2006/relationships/image" Target="../media/image2.png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image" Target="../media/image3.png"/><Relationship Id="rId5" Type="http://schemas.openxmlformats.org/officeDocument/2006/relationships/tags" Target="../tags/tag33.xml"/><Relationship Id="rId4" Type="http://schemas.openxmlformats.org/officeDocument/2006/relationships/image" Target="../media/image2.png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image" Target="../media/image3.png"/><Relationship Id="rId5" Type="http://schemas.openxmlformats.org/officeDocument/2006/relationships/tags" Target="../tags/tag41.xml"/><Relationship Id="rId4" Type="http://schemas.openxmlformats.org/officeDocument/2006/relationships/image" Target="../media/image2.png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image" Target="../media/image3.png"/><Relationship Id="rId5" Type="http://schemas.openxmlformats.org/officeDocument/2006/relationships/tags" Target="../tags/tag50.xml"/><Relationship Id="rId4" Type="http://schemas.openxmlformats.org/officeDocument/2006/relationships/image" Target="../media/image2.png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image" Target="../media/image3.png"/><Relationship Id="rId5" Type="http://schemas.openxmlformats.org/officeDocument/2006/relationships/tags" Target="../tags/tag59.xml"/><Relationship Id="rId4" Type="http://schemas.openxmlformats.org/officeDocument/2006/relationships/image" Target="../media/image2.png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image" Target="../media/image3.png"/><Relationship Id="rId5" Type="http://schemas.openxmlformats.org/officeDocument/2006/relationships/tags" Target="../tags/tag68.xml"/><Relationship Id="rId4" Type="http://schemas.openxmlformats.org/officeDocument/2006/relationships/image" Target="../media/image2.png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image" Target="../media/image3.png"/><Relationship Id="rId5" Type="http://schemas.openxmlformats.org/officeDocument/2006/relationships/tags" Target="../tags/tag79.xml"/><Relationship Id="rId4" Type="http://schemas.openxmlformats.org/officeDocument/2006/relationships/image" Target="../media/image2.png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图片 1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3"/>
          <p:cNvSpPr/>
          <p:nvPr>
            <p:ph type="ctrTitle" idx="2" hasCustomPrompt="1"/>
            <p:custDataLst>
              <p:tags r:id="rId4"/>
            </p:custDataLst>
          </p:nvPr>
        </p:nvSpPr>
        <p:spPr>
          <a:xfrm>
            <a:off x="6299250" y="2063392"/>
            <a:ext cx="4826038" cy="1784985"/>
          </a:xfrm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5400" b="1" i="0" u="none" strike="noStrike" kern="1200" cap="none" spc="600" normalizeH="0" baseline="0" noProof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图片 15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53" y="2308349"/>
            <a:ext cx="3235350" cy="2241290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副标题 2"/>
          <p:cNvSpPr/>
          <p:nvPr>
            <p:ph type="subTitle" idx="3" hasCustomPrompt="1"/>
            <p:custDataLst>
              <p:tags r:id="rId8"/>
            </p:custDataLst>
          </p:nvPr>
        </p:nvSpPr>
        <p:spPr>
          <a:xfrm>
            <a:off x="4521236" y="2976598"/>
            <a:ext cx="6857365" cy="825334"/>
          </a:xfrm>
        </p:spPr>
        <p:txBody>
          <a:bodyPr vert="horz" wrap="square" lIns="0" tIns="0" rIns="0" bIns="0" rtlCol="0">
            <a:normAutofit lnSpcReduction="10000"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strike="noStrike" kern="1200" cap="none" spc="200" normalizeH="0" baseline="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3" name="标题 3"/>
          <p:cNvSpPr/>
          <p:nvPr>
            <p:ph type="ctrTitle" idx="2" hasCustomPrompt="1"/>
            <p:custDataLst>
              <p:tags r:id="rId9"/>
            </p:custDataLst>
          </p:nvPr>
        </p:nvSpPr>
        <p:spPr>
          <a:xfrm>
            <a:off x="4521236" y="2000603"/>
            <a:ext cx="6858000" cy="845820"/>
          </a:xfrm>
        </p:spPr>
        <p:txBody>
          <a:bodyPr vert="horz" wrap="square" lIns="0" tIns="0" rIns="0" bIns="0" rtlCol="0" anchor="b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5500" b="1" i="0" u="none" strike="noStrike" kern="1200" cap="none" spc="500" normalizeH="0" baseline="0" noProof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图片 15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0" y="1908718"/>
            <a:ext cx="4389120" cy="3040564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图片 1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占位符 4"/>
          <p:cNvSpPr/>
          <p:nvPr>
            <p:ph type="body" idx="1" hasCustomPrompt="1"/>
            <p:custDataLst>
              <p:tags r:id="rId4"/>
            </p:custDataLst>
          </p:nvPr>
        </p:nvSpPr>
        <p:spPr>
          <a:xfrm>
            <a:off x="6604687" y="2463322"/>
            <a:ext cx="4825403" cy="640394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2400" b="0" i="0" u="none" strike="noStrike" kern="1200" cap="none" spc="200" normalizeH="0" baseline="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6" name="标题 5"/>
          <p:cNvSpPr/>
          <p:nvPr>
            <p:ph type="title" hasCustomPrompt="1"/>
            <p:custDataLst>
              <p:tags r:id="rId5"/>
            </p:custDataLst>
          </p:nvPr>
        </p:nvSpPr>
        <p:spPr>
          <a:xfrm>
            <a:off x="6604053" y="3256115"/>
            <a:ext cx="4826038" cy="1138555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600" b="1" i="0" u="none" strike="noStrike" kern="1200" cap="none" spc="700" normalizeH="0" baseline="0" noProof="0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94600" y="302400"/>
            <a:ext cx="11602796" cy="62531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00" y="30240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310" y="58355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-10800"/>
            <a:ext cx="4827588" cy="68687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-10800"/>
            <a:ext cx="12189600" cy="266039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0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5029200"/>
            <a:ext cx="12189600" cy="182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-10800"/>
            <a:ext cx="12189600" cy="91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959400"/>
            <a:ext cx="12189600" cy="49391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61" y="-10801"/>
            <a:ext cx="1753527" cy="1753527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04461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87.xml"/><Relationship Id="rId20" Type="http://schemas.openxmlformats.org/officeDocument/2006/relationships/tags" Target="../tags/tag86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5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image" Target="../media/image3.png"/><Relationship Id="rId4" Type="http://schemas.openxmlformats.org/officeDocument/2006/relationships/tags" Target="../tags/tag93.xml"/><Relationship Id="rId3" Type="http://schemas.openxmlformats.org/officeDocument/2006/relationships/image" Target="../media/image2.pn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image" Target="../media/image5.png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image" Target="../media/image3.png"/><Relationship Id="rId4" Type="http://schemas.openxmlformats.org/officeDocument/2006/relationships/tags" Target="../tags/tag99.xml"/><Relationship Id="rId36" Type="http://schemas.openxmlformats.org/officeDocument/2006/relationships/slideLayout" Target="../slideLayouts/slideLayout7.xml"/><Relationship Id="rId35" Type="http://schemas.openxmlformats.org/officeDocument/2006/relationships/tags" Target="../tags/tag128.xml"/><Relationship Id="rId34" Type="http://schemas.openxmlformats.org/officeDocument/2006/relationships/tags" Target="../tags/tag127.xml"/><Relationship Id="rId33" Type="http://schemas.openxmlformats.org/officeDocument/2006/relationships/tags" Target="../tags/tag126.xml"/><Relationship Id="rId32" Type="http://schemas.openxmlformats.org/officeDocument/2006/relationships/tags" Target="../tags/tag125.xml"/><Relationship Id="rId31" Type="http://schemas.openxmlformats.org/officeDocument/2006/relationships/tags" Target="../tags/tag124.xml"/><Relationship Id="rId30" Type="http://schemas.openxmlformats.org/officeDocument/2006/relationships/tags" Target="../tags/tag123.xml"/><Relationship Id="rId3" Type="http://schemas.openxmlformats.org/officeDocument/2006/relationships/image" Target="../media/image2.png"/><Relationship Id="rId29" Type="http://schemas.openxmlformats.org/officeDocument/2006/relationships/tags" Target="../tags/tag122.xml"/><Relationship Id="rId28" Type="http://schemas.openxmlformats.org/officeDocument/2006/relationships/tags" Target="../tags/tag121.xml"/><Relationship Id="rId27" Type="http://schemas.openxmlformats.org/officeDocument/2006/relationships/tags" Target="../tags/tag120.xml"/><Relationship Id="rId26" Type="http://schemas.openxmlformats.org/officeDocument/2006/relationships/tags" Target="../tags/tag119.xml"/><Relationship Id="rId25" Type="http://schemas.openxmlformats.org/officeDocument/2006/relationships/tags" Target="../tags/tag118.xml"/><Relationship Id="rId24" Type="http://schemas.openxmlformats.org/officeDocument/2006/relationships/tags" Target="../tags/tag117.xml"/><Relationship Id="rId23" Type="http://schemas.openxmlformats.org/officeDocument/2006/relationships/tags" Target="../tags/tag116.xml"/><Relationship Id="rId22" Type="http://schemas.openxmlformats.org/officeDocument/2006/relationships/tags" Target="../tags/tag115.xml"/><Relationship Id="rId21" Type="http://schemas.openxmlformats.org/officeDocument/2006/relationships/tags" Target="../tags/tag114.xml"/><Relationship Id="rId20" Type="http://schemas.openxmlformats.org/officeDocument/2006/relationships/tags" Target="../tags/tag113.xml"/><Relationship Id="rId2" Type="http://schemas.openxmlformats.org/officeDocument/2006/relationships/tags" Target="../tags/tag98.xml"/><Relationship Id="rId19" Type="http://schemas.openxmlformats.org/officeDocument/2006/relationships/tags" Target="../tags/tag112.xml"/><Relationship Id="rId18" Type="http://schemas.openxmlformats.org/officeDocument/2006/relationships/tags" Target="../tags/tag111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tags" Target="../tags/tag9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image" Target="../media/image6.png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image" Target="../media/image3.png"/><Relationship Id="rId4" Type="http://schemas.openxmlformats.org/officeDocument/2006/relationships/tags" Target="../tags/tag131.xml"/><Relationship Id="rId3" Type="http://schemas.openxmlformats.org/officeDocument/2006/relationships/image" Target="../media/image2.png"/><Relationship Id="rId2" Type="http://schemas.openxmlformats.org/officeDocument/2006/relationships/tags" Target="../tags/tag130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37.xml"/><Relationship Id="rId13" Type="http://schemas.openxmlformats.org/officeDocument/2006/relationships/image" Target="../media/image8.png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image" Target="../media/image7.png"/><Relationship Id="rId1" Type="http://schemas.openxmlformats.org/officeDocument/2006/relationships/tags" Target="../tags/tag12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image" Target="../media/image3.png"/><Relationship Id="rId4" Type="http://schemas.openxmlformats.org/officeDocument/2006/relationships/tags" Target="../tags/tag140.xml"/><Relationship Id="rId3" Type="http://schemas.openxmlformats.org/officeDocument/2006/relationships/image" Target="../media/image2.png"/><Relationship Id="rId2" Type="http://schemas.openxmlformats.org/officeDocument/2006/relationships/tags" Target="../tags/tag139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46.xml"/><Relationship Id="rId13" Type="http://schemas.openxmlformats.org/officeDocument/2006/relationships/image" Target="../media/image10.png"/><Relationship Id="rId12" Type="http://schemas.openxmlformats.org/officeDocument/2006/relationships/tags" Target="../tags/tag145.xml"/><Relationship Id="rId11" Type="http://schemas.openxmlformats.org/officeDocument/2006/relationships/image" Target="../media/image9.png"/><Relationship Id="rId10" Type="http://schemas.openxmlformats.org/officeDocument/2006/relationships/tags" Target="../tags/tag144.xml"/><Relationship Id="rId1" Type="http://schemas.openxmlformats.org/officeDocument/2006/relationships/tags" Target="../tags/tag13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image" Target="../media/image3.png"/><Relationship Id="rId4" Type="http://schemas.openxmlformats.org/officeDocument/2006/relationships/tags" Target="../tags/tag149.xml"/><Relationship Id="rId3" Type="http://schemas.openxmlformats.org/officeDocument/2006/relationships/image" Target="../media/image2.png"/><Relationship Id="rId2" Type="http://schemas.openxmlformats.org/officeDocument/2006/relationships/tags" Target="../tags/tag148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54.xml"/><Relationship Id="rId11" Type="http://schemas.openxmlformats.org/officeDocument/2006/relationships/image" Target="../media/image12.png"/><Relationship Id="rId10" Type="http://schemas.openxmlformats.org/officeDocument/2006/relationships/tags" Target="../tags/tag153.xml"/><Relationship Id="rId1" Type="http://schemas.openxmlformats.org/officeDocument/2006/relationships/tags" Target="../tags/tag14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image" Target="../media/image3.png"/><Relationship Id="rId4" Type="http://schemas.openxmlformats.org/officeDocument/2006/relationships/tags" Target="../tags/tag157.xml"/><Relationship Id="rId3" Type="http://schemas.openxmlformats.org/officeDocument/2006/relationships/image" Target="../media/image2.png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image" Target="../media/image3.png"/><Relationship Id="rId4" Type="http://schemas.openxmlformats.org/officeDocument/2006/relationships/tags" Target="../tags/tag163.xml"/><Relationship Id="rId3" Type="http://schemas.openxmlformats.org/officeDocument/2006/relationships/image" Target="../media/image2.png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/>
          <p:nvPr>
            <p:ph type="ctrTitle" idx="2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zh-CN" altLang="en-US" sz="3600" spc="200">
                <a:solidFill>
                  <a:schemeClr val="dk1">
                    <a:lumMod val="85000"/>
                    <a:lumOff val="15000"/>
                  </a:schemeClr>
                </a:solidFill>
              </a:rPr>
              <a:t>「Work Dashboard」 你的智能工作助手</a:t>
            </a:r>
            <a:endParaRPr lang="zh-CN" altLang="en-US" sz="3600" spc="200">
              <a:solidFill>
                <a:schemeClr val="dk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副标题 4"/>
          <p:cNvSpPr txBox="1"/>
          <p:nvPr>
            <p:custDataLst>
              <p:tags r:id="rId2"/>
            </p:custDataLst>
          </p:nvPr>
        </p:nvSpPr>
        <p:spPr>
          <a:xfrm>
            <a:off x="6357293" y="3960393"/>
            <a:ext cx="2590683" cy="834207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-285750" algn="l" defTabSz="914400" rtl="0" fontAlgn="ctr">
              <a:lnSpc>
                <a:spcPct val="120000"/>
              </a:lnSpc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kumimoji="0" lang="zh-CN" altLang="en-US" sz="1600" b="0" i="0" spc="80" noProof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cs typeface="+mn-cs"/>
              </a:rPr>
              <a:t>分享人：经立豪</a:t>
            </a:r>
            <a:endParaRPr kumimoji="0" lang="zh-CN" altLang="en-US" sz="1600" b="0" i="0" spc="80" noProof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uLnTx/>
              <a:uFillTx/>
              <a:cs typeface="+mn-cs"/>
            </a:endParaRPr>
          </a:p>
          <a:p>
            <a:pPr marL="0" marR="0" lvl="0" indent="-285750" algn="l" defTabSz="914400" rtl="0" fontAlgn="ctr">
              <a:lnSpc>
                <a:spcPct val="120000"/>
              </a:lnSpc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kumimoji="0" lang="zh-CN" altLang="en-US" sz="1600" b="0" i="0" spc="80" noProof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cs typeface="+mn-cs"/>
              </a:rPr>
              <a:t>部门：信息技术研究所</a:t>
            </a:r>
            <a:endParaRPr kumimoji="0" lang="zh-CN" altLang="en-US" sz="1600" b="0" i="0" spc="80" noProof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uLnTx/>
              <a:uFillTx/>
              <a:cs typeface="+mn-cs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 fontScale="90000"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400" b="1" spc="180">
                <a:solidFill>
                  <a:schemeClr val="accent1">
                    <a:lumMod val="50000"/>
                  </a:schemeClr>
                </a:solidFill>
                <a:uFillTx/>
                <a:latin typeface="汉仪旗黑-85S" panose="00020600040101010101" charset="-128"/>
                <a:ea typeface="汉仪旗黑-85S" panose="00020600040101010101" charset="-128"/>
              </a:rPr>
              <a:t>日常工作中的痛点</a:t>
            </a:r>
            <a:endParaRPr lang="zh-CN" altLang="en-US" sz="3400" b="1" spc="180">
              <a:solidFill>
                <a:schemeClr val="accent1">
                  <a:lumMod val="50000"/>
                </a:schemeClr>
              </a:solidFill>
              <a:uFillTx/>
              <a:latin typeface="汉仪旗黑-85S" panose="00020600040101010101" charset="-128"/>
              <a:ea typeface="汉仪旗黑-85S" panose="00020600040101010101" charset="-128"/>
            </a:endParaRPr>
          </a:p>
        </p:txBody>
      </p:sp>
      <p:sp>
        <p:nvSpPr>
          <p:cNvPr id="23" name="Title 6"/>
          <p:cNvSpPr txBox="1"/>
          <p:nvPr>
            <p:custDataLst>
              <p:tags r:id="rId7"/>
            </p:custDataLst>
          </p:nvPr>
        </p:nvSpPr>
        <p:spPr>
          <a:xfrm>
            <a:off x="3047981" y="1889780"/>
            <a:ext cx="6096038" cy="353569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lnSpcReduction="2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457200" lvl="0" indent="-457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800" spc="2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数据太散 </a:t>
            </a:r>
            <a:endParaRPr lang="zh-CN" altLang="en-US" sz="2800" spc="2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lang="en-US" altLang="zh-CN" sz="2600" spc="1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GitLab提交、禅道任务要到处翻，统计费劲还容易忘</a:t>
            </a:r>
            <a:endParaRPr lang="en-US" altLang="zh-CN" sz="2600" spc="1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endParaRPr lang="en-US" altLang="zh-CN" sz="2600" spc="1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0" indent="-457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800" spc="2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任务管理乱 </a:t>
            </a:r>
            <a:endParaRPr lang="zh-CN" altLang="en-US" sz="2800" spc="2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lang="en-US" altLang="zh-CN" sz="2600" spc="1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工作量靠回忆，写岗位清单，禅道像挤牙膏</a:t>
            </a:r>
            <a:endParaRPr lang="en-US" altLang="zh-CN" sz="2600" spc="1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 fontScale="90000"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400" b="1" spc="180">
                <a:solidFill>
                  <a:schemeClr val="accent1">
                    <a:lumMod val="50000"/>
                  </a:schemeClr>
                </a:solidFill>
                <a:uFillTx/>
                <a:latin typeface="汉仪旗黑-85S" panose="00020600040101010101" charset="-128"/>
                <a:ea typeface="汉仪旗黑-85S" panose="00020600040101010101" charset="-128"/>
              </a:rPr>
              <a:t>一站式解决方案</a:t>
            </a:r>
            <a:endParaRPr lang="zh-CN" altLang="en-US" sz="3400" b="1" spc="180">
              <a:solidFill>
                <a:schemeClr val="accent1">
                  <a:lumMod val="50000"/>
                </a:schemeClr>
              </a:solidFill>
              <a:uFillTx/>
              <a:latin typeface="汉仪旗黑-85S" panose="00020600040101010101" charset="-128"/>
              <a:ea typeface="汉仪旗黑-85S" panose="00020600040101010101" charset="-128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886711" y="1217034"/>
            <a:ext cx="2380615" cy="503148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241" h="4561">
                <a:moveTo>
                  <a:pt x="0" y="0"/>
                </a:moveTo>
                <a:lnTo>
                  <a:pt x="6241" y="0"/>
                </a:lnTo>
                <a:lnTo>
                  <a:pt x="6241" y="4561"/>
                </a:lnTo>
                <a:lnTo>
                  <a:pt x="0" y="4561"/>
                </a:lnTo>
                <a:lnTo>
                  <a:pt x="0" y="0"/>
                </a:lnTo>
                <a:close/>
              </a:path>
            </a:pathLst>
          </a:custGeom>
          <a:ln w="177800">
            <a:solidFill>
              <a:srgbClr val="FFFFFF"/>
            </a:solidFill>
          </a:ln>
          <a:effectLst>
            <a:outerShdw blurRad="254000" dir="2700000" algn="ctr" rotWithShape="0">
              <a:srgbClr val="000000">
                <a:alpha val="20000"/>
              </a:srgbClr>
            </a:outerShdw>
          </a:effectLst>
        </p:spPr>
      </p:pic>
      <p:cxnSp>
        <p:nvCxnSpPr>
          <p:cNvPr id="175" name="肘形连接符 174"/>
          <p:cNvCxnSpPr>
            <a:stCxn id="162" idx="2"/>
            <a:endCxn id="5" idx="3"/>
          </p:cNvCxnSpPr>
          <p:nvPr>
            <p:custDataLst>
              <p:tags r:id="rId9"/>
            </p:custDataLst>
          </p:nvPr>
        </p:nvCxnSpPr>
        <p:spPr>
          <a:xfrm rot="10800000" flipV="1">
            <a:off x="4911090" y="1733550"/>
            <a:ext cx="798830" cy="2000250"/>
          </a:xfrm>
          <a:prstGeom prst="bentConnector3">
            <a:avLst>
              <a:gd name="adj1" fmla="val 50000"/>
            </a:avLst>
          </a:prstGeom>
          <a:ln w="12700">
            <a:solidFill>
              <a:schemeClr val="l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肘形连接符 235"/>
          <p:cNvCxnSpPr>
            <a:stCxn id="198" idx="2"/>
            <a:endCxn id="5" idx="3"/>
          </p:cNvCxnSpPr>
          <p:nvPr>
            <p:custDataLst>
              <p:tags r:id="rId10"/>
            </p:custDataLst>
          </p:nvPr>
        </p:nvCxnSpPr>
        <p:spPr>
          <a:xfrm rot="10800000" flipV="1">
            <a:off x="4911090" y="3625850"/>
            <a:ext cx="800100" cy="107950"/>
          </a:xfrm>
          <a:prstGeom prst="bentConnector3">
            <a:avLst>
              <a:gd name="adj1" fmla="val 50000"/>
            </a:avLst>
          </a:prstGeom>
          <a:ln w="12700">
            <a:solidFill>
              <a:schemeClr val="l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肘形连接符 236"/>
          <p:cNvCxnSpPr>
            <a:stCxn id="206" idx="2"/>
            <a:endCxn id="5" idx="3"/>
          </p:cNvCxnSpPr>
          <p:nvPr>
            <p:custDataLst>
              <p:tags r:id="rId11"/>
            </p:custDataLst>
          </p:nvPr>
        </p:nvCxnSpPr>
        <p:spPr>
          <a:xfrm rot="10800000">
            <a:off x="4911090" y="3733800"/>
            <a:ext cx="800735" cy="1784350"/>
          </a:xfrm>
          <a:prstGeom prst="bentConnector3">
            <a:avLst>
              <a:gd name="adj1" fmla="val 49960"/>
            </a:avLst>
          </a:prstGeom>
          <a:ln w="12700">
            <a:solidFill>
              <a:schemeClr val="l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>
            <p:custDataLst>
              <p:tags r:id="rId12"/>
            </p:custDataLst>
          </p:nvPr>
        </p:nvSpPr>
        <p:spPr>
          <a:xfrm>
            <a:off x="4054512" y="2326874"/>
            <a:ext cx="856412" cy="281343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4213714" y="2792083"/>
            <a:ext cx="538006" cy="188302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100" b="1" spc="300">
                <a:solidFill>
                  <a:schemeClr val="lt1"/>
                </a:solidFill>
                <a:latin typeface="汉仪旗黑-85S" panose="00020600040101010101" charset="-128"/>
                <a:ea typeface="汉仪旗黑-85S" panose="00020600040101010101" charset="-128"/>
              </a:rPr>
              <a:t>核心功能</a:t>
            </a:r>
            <a:endParaRPr lang="zh-CN" altLang="en-US" sz="2100" b="1" spc="300">
              <a:solidFill>
                <a:schemeClr val="lt1"/>
              </a:solidFill>
              <a:latin typeface="汉仪旗黑-85S" panose="00020600040101010101" charset="-128"/>
              <a:ea typeface="汉仪旗黑-85S" panose="00020600040101010101" charset="-128"/>
            </a:endParaRPr>
          </a:p>
        </p:txBody>
      </p:sp>
      <p:sp>
        <p:nvSpPr>
          <p:cNvPr id="195" name="矩形 194"/>
          <p:cNvSpPr/>
          <p:nvPr>
            <p:custDataLst>
              <p:tags r:id="rId14"/>
            </p:custDataLst>
          </p:nvPr>
        </p:nvSpPr>
        <p:spPr>
          <a:xfrm>
            <a:off x="6879049" y="3109854"/>
            <a:ext cx="4059204" cy="1247475"/>
          </a:xfrm>
          <a:prstGeom prst="rect">
            <a:avLst/>
          </a:prstGeom>
          <a:noFill/>
          <a:ln>
            <a:solidFill>
              <a:schemeClr val="lt1">
                <a:lumMod val="65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96" name="文本框 195"/>
          <p:cNvSpPr txBox="1"/>
          <p:nvPr>
            <p:custDataLst>
              <p:tags r:id="rId15"/>
            </p:custDataLst>
          </p:nvPr>
        </p:nvSpPr>
        <p:spPr>
          <a:xfrm>
            <a:off x="6955042" y="3282331"/>
            <a:ext cx="3820126" cy="973389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marL="0" lvl="0"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000" spc="15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AI辅助 分析工作，批判性总结，明确调整方向</a:t>
            </a:r>
            <a:endParaRPr lang="zh-CN" altLang="en-US" sz="2000" spc="150">
              <a:solidFill>
                <a:schemeClr val="dk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8" name="椭圆 197"/>
          <p:cNvSpPr/>
          <p:nvPr>
            <p:custDataLst>
              <p:tags r:id="rId16"/>
            </p:custDataLst>
          </p:nvPr>
        </p:nvSpPr>
        <p:spPr>
          <a:xfrm>
            <a:off x="5710982" y="3250739"/>
            <a:ext cx="749283" cy="749681"/>
          </a:xfrm>
          <a:prstGeom prst="ellipse">
            <a:avLst/>
          </a:prstGeom>
          <a:noFill/>
          <a:ln>
            <a:solidFill>
              <a:schemeClr val="accent2">
                <a:alpha val="7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99" name="椭圆 198"/>
          <p:cNvSpPr/>
          <p:nvPr>
            <p:custDataLst>
              <p:tags r:id="rId17"/>
            </p:custDataLst>
          </p:nvPr>
        </p:nvSpPr>
        <p:spPr>
          <a:xfrm>
            <a:off x="5805828" y="3345635"/>
            <a:ext cx="559591" cy="559888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endParaRPr lang="en-US" altLang="zh-CN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00" name="椭圆 199"/>
          <p:cNvSpPr/>
          <p:nvPr>
            <p:custDataLst>
              <p:tags r:id="rId18"/>
            </p:custDataLst>
          </p:nvPr>
        </p:nvSpPr>
        <p:spPr>
          <a:xfrm>
            <a:off x="6407310" y="3574968"/>
            <a:ext cx="101168" cy="101222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201" name="直接连接符 200"/>
          <p:cNvCxnSpPr/>
          <p:nvPr>
            <p:custDataLst>
              <p:tags r:id="rId19"/>
            </p:custDataLst>
          </p:nvPr>
        </p:nvCxnSpPr>
        <p:spPr>
          <a:xfrm>
            <a:off x="6498232" y="3625579"/>
            <a:ext cx="352640" cy="0"/>
          </a:xfrm>
          <a:prstGeom prst="line">
            <a:avLst/>
          </a:prstGeom>
          <a:ln w="12700">
            <a:solidFill>
              <a:schemeClr val="l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>
            <p:custDataLst>
              <p:tags r:id="rId20"/>
            </p:custDataLst>
          </p:nvPr>
        </p:nvSpPr>
        <p:spPr>
          <a:xfrm>
            <a:off x="5789031" y="3377269"/>
            <a:ext cx="593185" cy="496621"/>
          </a:xfrm>
          <a:prstGeom prst="rect">
            <a:avLst/>
          </a:prstGeom>
        </p:spPr>
        <p:txBody>
          <a:bodyPr wrap="square">
            <a:normAutofit/>
          </a:bodyPr>
          <a:p>
            <a:pPr algn="ctr"/>
            <a:r>
              <a: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9" name="矩形 158"/>
          <p:cNvSpPr/>
          <p:nvPr>
            <p:custDataLst>
              <p:tags r:id="rId21"/>
            </p:custDataLst>
          </p:nvPr>
        </p:nvSpPr>
        <p:spPr>
          <a:xfrm>
            <a:off x="6878195" y="1217425"/>
            <a:ext cx="4059204" cy="1247475"/>
          </a:xfrm>
          <a:prstGeom prst="rect">
            <a:avLst/>
          </a:prstGeom>
          <a:noFill/>
          <a:ln>
            <a:solidFill>
              <a:schemeClr val="lt1">
                <a:lumMod val="65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60" name="文本框 159"/>
          <p:cNvSpPr txBox="1"/>
          <p:nvPr>
            <p:custDataLst>
              <p:tags r:id="rId22"/>
            </p:custDataLst>
          </p:nvPr>
        </p:nvSpPr>
        <p:spPr>
          <a:xfrm>
            <a:off x="6954188" y="1389903"/>
            <a:ext cx="3820126" cy="973389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marL="0" lvl="0"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000" spc="15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数据聚合 GitLab、禅道数据一个侧边栏全搞定</a:t>
            </a:r>
            <a:endParaRPr lang="zh-CN" altLang="en-US" sz="2000" spc="150">
              <a:solidFill>
                <a:schemeClr val="dk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椭圆 161"/>
          <p:cNvSpPr/>
          <p:nvPr>
            <p:custDataLst>
              <p:tags r:id="rId23"/>
            </p:custDataLst>
          </p:nvPr>
        </p:nvSpPr>
        <p:spPr>
          <a:xfrm>
            <a:off x="5710128" y="1358311"/>
            <a:ext cx="749283" cy="749681"/>
          </a:xfrm>
          <a:prstGeom prst="ellipse">
            <a:avLst/>
          </a:prstGeom>
          <a:noFill/>
          <a:ln>
            <a:solidFill>
              <a:schemeClr val="accent1">
                <a:alpha val="7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63" name="椭圆 162"/>
          <p:cNvSpPr/>
          <p:nvPr>
            <p:custDataLst>
              <p:tags r:id="rId24"/>
            </p:custDataLst>
          </p:nvPr>
        </p:nvSpPr>
        <p:spPr>
          <a:xfrm>
            <a:off x="5804974" y="1453206"/>
            <a:ext cx="559591" cy="559888"/>
          </a:xfrm>
          <a:prstGeom prst="ellipse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endParaRPr lang="en-US" altLang="zh-CN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64" name="椭圆 163"/>
          <p:cNvSpPr/>
          <p:nvPr>
            <p:custDataLst>
              <p:tags r:id="rId25"/>
            </p:custDataLst>
          </p:nvPr>
        </p:nvSpPr>
        <p:spPr>
          <a:xfrm>
            <a:off x="6406456" y="1682540"/>
            <a:ext cx="101168" cy="101222"/>
          </a:xfrm>
          <a:prstGeom prst="ellipse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165" name="直接连接符 164"/>
          <p:cNvCxnSpPr/>
          <p:nvPr>
            <p:custDataLst>
              <p:tags r:id="rId26"/>
            </p:custDataLst>
          </p:nvPr>
        </p:nvCxnSpPr>
        <p:spPr>
          <a:xfrm>
            <a:off x="6497378" y="1733151"/>
            <a:ext cx="352640" cy="0"/>
          </a:xfrm>
          <a:prstGeom prst="line">
            <a:avLst/>
          </a:prstGeom>
          <a:ln w="12700">
            <a:solidFill>
              <a:schemeClr val="l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>
            <p:custDataLst>
              <p:tags r:id="rId27"/>
            </p:custDataLst>
          </p:nvPr>
        </p:nvSpPr>
        <p:spPr>
          <a:xfrm>
            <a:off x="5788177" y="1484841"/>
            <a:ext cx="593185" cy="496621"/>
          </a:xfrm>
          <a:prstGeom prst="rect">
            <a:avLst/>
          </a:prstGeom>
        </p:spPr>
        <p:txBody>
          <a:bodyPr wrap="square">
            <a:normAutofit/>
          </a:bodyPr>
          <a:p>
            <a:pPr algn="ctr"/>
            <a:r>
              <a: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03" name="矩形 202"/>
          <p:cNvSpPr/>
          <p:nvPr>
            <p:custDataLst>
              <p:tags r:id="rId28"/>
            </p:custDataLst>
          </p:nvPr>
        </p:nvSpPr>
        <p:spPr>
          <a:xfrm>
            <a:off x="6879903" y="5002283"/>
            <a:ext cx="4059204" cy="1247475"/>
          </a:xfrm>
          <a:prstGeom prst="rect">
            <a:avLst/>
          </a:prstGeom>
          <a:noFill/>
          <a:ln>
            <a:solidFill>
              <a:schemeClr val="lt1">
                <a:lumMod val="65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04" name="文本框 203"/>
          <p:cNvSpPr txBox="1"/>
          <p:nvPr>
            <p:custDataLst>
              <p:tags r:id="rId29"/>
            </p:custDataLst>
          </p:nvPr>
        </p:nvSpPr>
        <p:spPr>
          <a:xfrm>
            <a:off x="6955896" y="5174761"/>
            <a:ext cx="3820126" cy="973389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marL="0" lvl="0"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000" spc="15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菜品可视化 食堂菜单看图点餐，告别盲选</a:t>
            </a:r>
            <a:endParaRPr lang="zh-CN" altLang="en-US" sz="2000" spc="150">
              <a:solidFill>
                <a:schemeClr val="dk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6" name="椭圆 205"/>
          <p:cNvSpPr/>
          <p:nvPr>
            <p:custDataLst>
              <p:tags r:id="rId30"/>
            </p:custDataLst>
          </p:nvPr>
        </p:nvSpPr>
        <p:spPr>
          <a:xfrm>
            <a:off x="5711836" y="5143168"/>
            <a:ext cx="749283" cy="749681"/>
          </a:xfrm>
          <a:prstGeom prst="ellipse">
            <a:avLst/>
          </a:prstGeom>
          <a:noFill/>
          <a:ln>
            <a:solidFill>
              <a:schemeClr val="accent3">
                <a:alpha val="7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07" name="椭圆 206"/>
          <p:cNvSpPr/>
          <p:nvPr>
            <p:custDataLst>
              <p:tags r:id="rId31"/>
            </p:custDataLst>
          </p:nvPr>
        </p:nvSpPr>
        <p:spPr>
          <a:xfrm>
            <a:off x="5806682" y="5238064"/>
            <a:ext cx="559591" cy="559888"/>
          </a:xfrm>
          <a:prstGeom prst="ellipse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endParaRPr lang="en-US" altLang="zh-CN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08" name="椭圆 207"/>
          <p:cNvSpPr/>
          <p:nvPr>
            <p:custDataLst>
              <p:tags r:id="rId32"/>
            </p:custDataLst>
          </p:nvPr>
        </p:nvSpPr>
        <p:spPr>
          <a:xfrm>
            <a:off x="6408164" y="5467398"/>
            <a:ext cx="101168" cy="101222"/>
          </a:xfrm>
          <a:prstGeom prst="ellipse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209" name="直接连接符 208"/>
          <p:cNvCxnSpPr/>
          <p:nvPr>
            <p:custDataLst>
              <p:tags r:id="rId33"/>
            </p:custDataLst>
          </p:nvPr>
        </p:nvCxnSpPr>
        <p:spPr>
          <a:xfrm>
            <a:off x="6499086" y="5518009"/>
            <a:ext cx="352640" cy="0"/>
          </a:xfrm>
          <a:prstGeom prst="line">
            <a:avLst/>
          </a:prstGeom>
          <a:ln w="12700">
            <a:solidFill>
              <a:schemeClr val="l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>
            <p:custDataLst>
              <p:tags r:id="rId34"/>
            </p:custDataLst>
          </p:nvPr>
        </p:nvSpPr>
        <p:spPr>
          <a:xfrm>
            <a:off x="5789885" y="5269698"/>
            <a:ext cx="593185" cy="496621"/>
          </a:xfrm>
          <a:prstGeom prst="rect">
            <a:avLst/>
          </a:prstGeom>
        </p:spPr>
        <p:txBody>
          <a:bodyPr wrap="square">
            <a:normAutofit/>
          </a:bodyPr>
          <a:p>
            <a:pPr algn="ctr"/>
            <a:r>
              <a: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zh-CN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3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0525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457155" y="152400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 fontScale="90000"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400" b="1" spc="180">
                <a:solidFill>
                  <a:schemeClr val="accent1">
                    <a:lumMod val="50000"/>
                  </a:schemeClr>
                </a:solidFill>
                <a:uFillTx/>
                <a:latin typeface="汉仪旗黑-85S" panose="00020600040101010101" charset="-128"/>
                <a:ea typeface="汉仪旗黑-85S" panose="00020600040101010101" charset="-128"/>
                <a:cs typeface="汉仪旗黑-85S" panose="00020600040101010101" charset="-128"/>
              </a:rPr>
              <a:t>GitLab数据统计</a:t>
            </a:r>
            <a:endParaRPr lang="en-US" altLang="zh-CN" sz="3400" b="1" spc="180">
              <a:solidFill>
                <a:schemeClr val="accent1">
                  <a:lumMod val="50000"/>
                </a:schemeClr>
              </a:solidFill>
              <a:uFillTx/>
              <a:latin typeface="汉仪旗黑-85S" panose="00020600040101010101" charset="-128"/>
              <a:ea typeface="汉仪旗黑-85S" panose="00020600040101010101" charset="-128"/>
              <a:cs typeface="汉仪旗黑-85S" panose="00020600040101010101" charset="-128"/>
            </a:endParaRPr>
          </a:p>
        </p:txBody>
      </p:sp>
      <p:pic>
        <p:nvPicPr>
          <p:cNvPr id="21" name="图片 20" descr="placingpictureplaceholder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658495" y="1005840"/>
            <a:ext cx="3289300" cy="4519295"/>
          </a:xfrm>
          <a:prstGeom prst="rect">
            <a:avLst/>
          </a:prstGeom>
        </p:spPr>
      </p:pic>
      <p:pic>
        <p:nvPicPr>
          <p:cNvPr id="22" name="图片 21" descr="placingpictureplaceholder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/>
          <a:stretch>
            <a:fillRect/>
          </a:stretch>
        </p:blipFill>
        <p:spPr>
          <a:xfrm>
            <a:off x="2790825" y="2908300"/>
            <a:ext cx="3286760" cy="3001010"/>
          </a:xfrm>
          <a:prstGeom prst="rect">
            <a:avLst/>
          </a:prstGeom>
        </p:spPr>
      </p:pic>
      <p:sp>
        <p:nvSpPr>
          <p:cNvPr id="20" name="Title 6"/>
          <p:cNvSpPr txBox="1"/>
          <p:nvPr>
            <p:custDataLst>
              <p:tags r:id="rId11"/>
            </p:custDataLst>
          </p:nvPr>
        </p:nvSpPr>
        <p:spPr>
          <a:xfrm>
            <a:off x="6077585" y="1328420"/>
            <a:ext cx="4998720" cy="438658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419100" lvl="0" indent="-4191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600" spc="1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功能亮点</a:t>
            </a:r>
            <a:endParaRPr lang="zh-CN" altLang="en-US" sz="1600" spc="17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1910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lang="zh-CN" altLang="en-US" sz="1200" spc="15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 今日/本周/本月提交次数</a:t>
            </a:r>
            <a:endParaRPr lang="zh-CN" altLang="en-US" sz="1200" spc="15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1910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lang="zh-CN" altLang="en-US" sz="1200" spc="15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已合并MR数量</a:t>
            </a:r>
            <a:endParaRPr lang="zh-CN" altLang="en-US" sz="1200" spc="15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1910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lang="zh-CN" altLang="en-US" sz="1200" spc="15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项目分布一目了然</a:t>
            </a:r>
            <a:endParaRPr lang="zh-CN" altLang="en-US" sz="1200" spc="15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19100" lvl="0" indent="-4191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600" spc="1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AI智能总结</a:t>
            </a:r>
            <a:endParaRPr lang="en-US" altLang="zh-CN" sz="1600" spc="17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1910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lang="zh-CN" altLang="en-US" sz="1200" spc="15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使用场景</a:t>
            </a:r>
            <a:endParaRPr lang="zh-CN" altLang="en-US" sz="1200" spc="15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1910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lang="zh-CN" altLang="en-US" sz="1200" spc="15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打开侧边栏 → 选"今日" → 点"分析工作" → 查看今天工作总结 → 根据改进建议复盘工作</a:t>
            </a:r>
            <a:endParaRPr lang="zh-CN" altLang="en-US" sz="1200" spc="15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624" y="4913207"/>
            <a:ext cx="2676376" cy="1944793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2583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 fontScale="90000"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400" b="1" spc="180">
                <a:solidFill>
                  <a:schemeClr val="accent1">
                    <a:lumMod val="50000"/>
                  </a:schemeClr>
                </a:solidFill>
                <a:uFillTx/>
                <a:latin typeface="汉仪旗黑-85S" panose="00020600040101010101" charset="-128"/>
                <a:ea typeface="汉仪旗黑-85S" panose="00020600040101010101" charset="-128"/>
                <a:cs typeface="汉仪旗黑-85S" panose="00020600040101010101" charset="-128"/>
              </a:rPr>
              <a:t>禅道任务&amp;Bug统计</a:t>
            </a:r>
            <a:endParaRPr lang="zh-CN" altLang="en-US" sz="3400" b="1" spc="180">
              <a:solidFill>
                <a:schemeClr val="accent1">
                  <a:lumMod val="50000"/>
                </a:schemeClr>
              </a:solidFill>
              <a:uFillTx/>
              <a:latin typeface="汉仪旗黑-85S" panose="00020600040101010101" charset="-128"/>
              <a:ea typeface="汉仪旗黑-85S" panose="00020600040101010101" charset="-128"/>
              <a:cs typeface="汉仪旗黑-85S" panose="00020600040101010101" charset="-128"/>
            </a:endParaRPr>
          </a:p>
        </p:txBody>
      </p:sp>
      <p:sp>
        <p:nvSpPr>
          <p:cNvPr id="26" name="Title 6"/>
          <p:cNvSpPr txBox="1"/>
          <p:nvPr>
            <p:custDataLst>
              <p:tags r:id="rId7"/>
            </p:custDataLst>
          </p:nvPr>
        </p:nvSpPr>
        <p:spPr>
          <a:xfrm>
            <a:off x="1070251" y="1297185"/>
            <a:ext cx="3974630" cy="4713199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任务统计</a:t>
            </a:r>
            <a:endParaRPr lang="zh-CN" altLang="en-US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本月任务数</a:t>
            </a:r>
            <a:endParaRPr lang="zh-CN" altLang="en-US" sz="12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预计工时</a:t>
            </a:r>
            <a:endParaRPr lang="zh-CN" altLang="en-US" sz="12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完成状态</a:t>
            </a:r>
            <a:endParaRPr lang="zh-CN" altLang="en-US" sz="12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6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Bug统计</a:t>
            </a:r>
            <a:endParaRPr lang="en-US" altLang="zh-CN" sz="1600" spc="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本月Bug数</a:t>
            </a:r>
            <a:endParaRPr lang="zh-CN" altLang="en-US" sz="12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待处理/已解决</a:t>
            </a:r>
            <a:endParaRPr lang="zh-CN" altLang="en-US" sz="12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点击查看详情</a:t>
            </a:r>
            <a:endParaRPr lang="zh-CN" altLang="en-US" sz="12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6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AI分析</a:t>
            </a:r>
            <a:endParaRPr lang="en-US" altLang="zh-CN" sz="1600" spc="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智能分析Bug类型</a:t>
            </a:r>
            <a:endParaRPr lang="zh-CN" altLang="en-US" sz="12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找出高频问题</a:t>
            </a:r>
            <a:endParaRPr lang="zh-CN" altLang="en-US" sz="12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提供改进建议</a:t>
            </a:r>
            <a:endParaRPr lang="zh-CN" altLang="en-US" sz="12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 descr="placingpictureplaceholder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5199829" y="1988793"/>
            <a:ext cx="3001208" cy="2166546"/>
          </a:xfrm>
          <a:prstGeom prst="rect">
            <a:avLst/>
          </a:prstGeom>
        </p:spPr>
      </p:pic>
      <p:pic>
        <p:nvPicPr>
          <p:cNvPr id="28" name="图片 27" descr="placingpictureplaceholder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2936875" y="2162175"/>
            <a:ext cx="6436360" cy="3312160"/>
          </a:xfrm>
          <a:prstGeom prst="rect">
            <a:avLst/>
          </a:prstGeom>
        </p:spPr>
      </p:pic>
      <p:pic>
        <p:nvPicPr>
          <p:cNvPr id="29" name="图片 28" descr="placingpictureplaceholder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/>
          <a:stretch>
            <a:fillRect/>
          </a:stretch>
        </p:blipFill>
        <p:spPr>
          <a:xfrm>
            <a:off x="6932295" y="1333500"/>
            <a:ext cx="4656455" cy="538226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2583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400" b="1" spc="180">
                <a:solidFill>
                  <a:schemeClr val="accent1">
                    <a:lumMod val="50000"/>
                  </a:schemeClr>
                </a:solidFill>
                <a:uFillTx/>
                <a:latin typeface="汉仪旗黑-85S" panose="00020600040101010101" charset="-128"/>
                <a:ea typeface="汉仪旗黑-85S" panose="00020600040101010101" charset="-128"/>
                <a:cs typeface="汉仪旗黑-85S" panose="00020600040101010101" charset="-128"/>
              </a:rPr>
              <a:t>食堂菜品查询</a:t>
            </a:r>
            <a:endParaRPr lang="zh-CN" altLang="en-US" sz="3400" b="1" spc="180">
              <a:solidFill>
                <a:schemeClr val="accent1">
                  <a:lumMod val="50000"/>
                </a:schemeClr>
              </a:solidFill>
              <a:uFillTx/>
              <a:latin typeface="汉仪旗黑-85S" panose="00020600040101010101" charset="-128"/>
              <a:ea typeface="汉仪旗黑-85S" panose="00020600040101010101" charset="-128"/>
              <a:cs typeface="汉仪旗黑-85S" panose="00020600040101010101" charset="-128"/>
            </a:endParaRPr>
          </a:p>
        </p:txBody>
      </p:sp>
      <p:sp>
        <p:nvSpPr>
          <p:cNvPr id="26" name="Title 6"/>
          <p:cNvSpPr txBox="1"/>
          <p:nvPr>
            <p:custDataLst>
              <p:tags r:id="rId7"/>
            </p:custDataLst>
          </p:nvPr>
        </p:nvSpPr>
        <p:spPr>
          <a:xfrm>
            <a:off x="1069975" y="1104900"/>
            <a:ext cx="3974465" cy="202374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171450" lvl="0" indent="-1714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功能亮点</a:t>
            </a:r>
            <a:endParaRPr lang="zh-CN" altLang="en-US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智能识别</a:t>
            </a:r>
            <a:r>
              <a:rPr lang="en-US" altLang="zh-CN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自动为菜品添加🔍查询图标</a:t>
            </a:r>
            <a:endParaRPr lang="en-US" altLang="zh-CN" sz="12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图片轮播</a:t>
            </a:r>
            <a:r>
              <a:rPr lang="en-US" altLang="zh-CN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多张高清图片，看清菜品样子</a:t>
            </a:r>
            <a:endParaRPr lang="zh-CN" altLang="en-US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23702" b="1611"/>
          <a:stretch>
            <a:fillRect/>
          </a:stretch>
        </p:blipFill>
        <p:spPr>
          <a:xfrm>
            <a:off x="1069975" y="2856230"/>
            <a:ext cx="9296400" cy="34436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932170" y="1459865"/>
            <a:ext cx="4921250" cy="424434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2583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400" b="1" spc="180">
                <a:solidFill>
                  <a:schemeClr val="accent1">
                    <a:lumMod val="50000"/>
                  </a:schemeClr>
                </a:solidFill>
                <a:uFillTx/>
                <a:latin typeface="汉仪旗黑-85S" panose="00020600040101010101" charset="-128"/>
                <a:ea typeface="汉仪旗黑-85S" panose="00020600040101010101" charset="-128"/>
                <a:cs typeface="汉仪旗黑-85S" panose="00020600040101010101" charset="-128"/>
              </a:rPr>
              <a:t>技术实现</a:t>
            </a:r>
            <a:endParaRPr lang="zh-CN" altLang="en-US" sz="3400" b="1" spc="180">
              <a:solidFill>
                <a:schemeClr val="accent1">
                  <a:lumMod val="50000"/>
                </a:schemeClr>
              </a:solidFill>
              <a:uFillTx/>
              <a:latin typeface="汉仪旗黑-85S" panose="00020600040101010101" charset="-128"/>
              <a:ea typeface="汉仪旗黑-85S" panose="00020600040101010101" charset="-128"/>
              <a:cs typeface="汉仪旗黑-85S" panose="00020600040101010101" charset="-128"/>
            </a:endParaRPr>
          </a:p>
        </p:txBody>
      </p:sp>
      <p:sp>
        <p:nvSpPr>
          <p:cNvPr id="26" name="Title 6"/>
          <p:cNvSpPr txBox="1"/>
          <p:nvPr>
            <p:custDataLst>
              <p:tags r:id="rId7"/>
            </p:custDataLst>
          </p:nvPr>
        </p:nvSpPr>
        <p:spPr>
          <a:xfrm>
            <a:off x="1069975" y="1104900"/>
            <a:ext cx="6730365" cy="432244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b="1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</a:t>
            </a:r>
            <a:endParaRPr lang="zh-CN" altLang="en-US" sz="2000" b="1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Chrome Extension Manifest V3</a:t>
            </a:r>
            <a:endParaRPr lang="en-US" altLang="zh-CN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</a:t>
            </a:r>
            <a:r>
              <a:rPr lang="en-US" altLang="zh-CN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 + CSS</a:t>
            </a:r>
            <a:endParaRPr lang="en-US" altLang="zh-CN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API</a:t>
            </a: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集成（</a:t>
            </a:r>
            <a:r>
              <a:rPr lang="en-US" altLang="zh-CN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DeepSeek/Kimi</a:t>
            </a: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SerpAPI</a:t>
            </a: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图片搜索</a:t>
            </a:r>
            <a:endParaRPr lang="zh-CN" altLang="en-US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zh-CN" altLang="en-US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b="1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技术亮点</a:t>
            </a:r>
            <a:endParaRPr lang="zh-CN" altLang="en-US" sz="2000" b="1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非侵入式设计，不改原页面</a:t>
            </a:r>
            <a:endParaRPr lang="zh-CN" altLang="en-US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数据本地存储，安全可靠</a:t>
            </a:r>
            <a:r>
              <a:rPr lang="en-US" altLang="zh-CN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模块化架构，易于扩展</a:t>
            </a:r>
            <a:r>
              <a:rPr lang="en-US" altLang="zh-CN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2583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400" b="1" spc="180">
                <a:solidFill>
                  <a:schemeClr val="accent1">
                    <a:lumMod val="50000"/>
                  </a:schemeClr>
                </a:solidFill>
                <a:uFillTx/>
                <a:latin typeface="汉仪旗黑-85S" panose="00020600040101010101" charset="-128"/>
                <a:ea typeface="汉仪旗黑-85S" panose="00020600040101010101" charset="-128"/>
                <a:cs typeface="汉仪旗黑-85S" panose="00020600040101010101" charset="-128"/>
              </a:rPr>
              <a:t>总结</a:t>
            </a:r>
            <a:endParaRPr lang="zh-CN" altLang="en-US" sz="3400" b="1" spc="180">
              <a:solidFill>
                <a:schemeClr val="accent1">
                  <a:lumMod val="50000"/>
                </a:schemeClr>
              </a:solidFill>
              <a:uFillTx/>
              <a:latin typeface="汉仪旗黑-85S" panose="00020600040101010101" charset="-128"/>
              <a:ea typeface="汉仪旗黑-85S" panose="00020600040101010101" charset="-128"/>
              <a:cs typeface="汉仪旗黑-85S" panose="00020600040101010101" charset="-128"/>
            </a:endParaRPr>
          </a:p>
        </p:txBody>
      </p:sp>
      <p:sp>
        <p:nvSpPr>
          <p:cNvPr id="26" name="Title 6"/>
          <p:cNvSpPr txBox="1"/>
          <p:nvPr>
            <p:custDataLst>
              <p:tags r:id="rId7"/>
            </p:custDataLst>
          </p:nvPr>
        </p:nvSpPr>
        <p:spPr>
          <a:xfrm>
            <a:off x="1069975" y="1268095"/>
            <a:ext cx="6730365" cy="432244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小工具，大能量</a:t>
            </a:r>
            <a:r>
              <a:rPr lang="en-US" altLang="zh-CN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一个扩展解决多个痛点</a:t>
            </a:r>
            <a:endParaRPr lang="zh-CN" altLang="en-US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endParaRPr lang="en-US" altLang="zh-CN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效率提升明显</a:t>
            </a:r>
            <a:r>
              <a:rPr lang="en-US" altLang="zh-CN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数据更完整，</a:t>
            </a: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轻松复盘</a:t>
            </a: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</a:t>
            </a:r>
            <a:endParaRPr lang="zh-CN" altLang="en-US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endParaRPr lang="en-US" altLang="zh-CN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赋能工作</a:t>
            </a:r>
            <a:r>
              <a:rPr lang="en-US" altLang="zh-CN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不是偷懒写总结</a:t>
            </a:r>
            <a:r>
              <a:rPr altLang="zh-CN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通过分析数据完善</a:t>
            </a:r>
            <a:r>
              <a:rPr lang="zh-CN" altLang="en-US" sz="1600" spc="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</a:t>
            </a:r>
            <a:endParaRPr lang="zh-CN" altLang="en-US" sz="1600" spc="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02536_1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8"/>
  <p:tag name="KSO_WM_UNIT_DEC_AREA_ID" val="fb35f536c7b6410a867e9b620da677a5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5616353991a4777bb4b925965621e51"/>
</p:tagLst>
</file>

<file path=ppt/tags/tag2.xml><?xml version="1.0" encoding="utf-8"?>
<p:tagLst xmlns:p="http://schemas.openxmlformats.org/presentationml/2006/main">
  <p:tag name="KSO_WM_UNIT_DEFAULT_FONT" val="44;60;4"/>
  <p:tag name="KSO_WM_UNIT_BLOCK" val="0"/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36_1*a*1"/>
  <p:tag name="KSO_WM_TEMPLATE_CATEGORY" val="custom"/>
  <p:tag name="KSO_WM_TEMPLATE_INDEX" val="20202536"/>
  <p:tag name="KSO_WM_UNIT_LAYERLEVEL" val="1"/>
  <p:tag name="KSO_WM_TAG_VERSION" val="1.0"/>
  <p:tag name="KSO_WM_BEAUTIFY_FLAG" val="#wm#"/>
  <p:tag name="KSO_WM_UNIT_PRESET_TEXT" val="安全生产培训课件演示模板"/>
  <p:tag name="KSO_WM_CHIP_GROUPID" val="5ebd089d0ac41c4a0a525421"/>
  <p:tag name="KSO_WM_CHIP_XID" val="5ebd089d0ac41c4a0a525422"/>
  <p:tag name="KSO_WM_UNIT_DEC_AREA_ID" val="da3ce443403c45a7a3e5c39b7d05ef4e"/>
  <p:tag name="KSO_WM_CHIP_FILLAREA_FILL_RULE" val="{&quot;fill_align&quot;:&quot;cm&quot;,&quot;fill_mode&quot;:&quot;adaptive&quot;,&quot;sacle_strategy&quot;:&quot;smart&quot;}"/>
  <p:tag name="KSO_WM_ASSEMBLE_CHIP_INDEX" val="cd57e94472204059a7957acb115ef19c"/>
  <p:tag name="KSO_WM_UNIT_TEXT_FILL_FORE_SCHEMECOLOR_INDEX_BRIGHTNESS" val="0.15"/>
  <p:tag name="KSO_WM_UNIT_TEXT_FILL_FORE_SCHEMECOLOR_INDEX" val="13"/>
  <p:tag name="KSO_WM_UNIT_TEXT_FILL_TYPE" val="1"/>
  <p:tag name="KSO_WM_TEMPLATE_ASSEMBLE_XID" val="5fc706a59532eafaafd660aa"/>
  <p:tag name="KSO_WM_TEMPLATE_ASSEMBLE_GROUPID" val="5fbf0f162574a1ee74b21dd7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2a64e60c95dd4b0c99d58bef19bea13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f33691a174a34835af3c5bdcd248df1b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ba83664f33d54e47b3db42484199a36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b829870e53f4b849a8f7da4293a44ca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2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9"/>
  <p:tag name="KSO_WM_UNIT_DEC_AREA_ID" val="4e2a6941663f4539bd64f26142909936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0e21e5bfc2448cca5afcc694d120c72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e5458ca591844300bd205bae7e8e76a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02d407eda24e0ba96772c9a8bc6aeb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870a28c590054c8ab1b947a400e648c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802a3e769ad4cb99548cf383ea7ad8d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536_1*b*1"/>
  <p:tag name="KSO_WM_TEMPLATE_CATEGORY" val="custom"/>
  <p:tag name="KSO_WM_TEMPLATE_INDEX" val="20202536"/>
  <p:tag name="KSO_WM_UNIT_LAYERLEVEL" val="1"/>
  <p:tag name="KSO_WM_TAG_VERSION" val="1.0"/>
  <p:tag name="KSO_WM_BEAUTIFY_FLAG" val="#wm#"/>
  <p:tag name="KSO_WM_UNIT_PRESET_TEXT" val="单击此处添加副标题内容"/>
  <p:tag name="KSO_WM_UNIT_DEFAULT_FONT" val="14;18;2"/>
  <p:tag name="KSO_WM_UNIT_BLOCK" val="0"/>
  <p:tag name="KSO_WM_UNIT_DEC_AREA_ID" val="b8eedffe0fb54fa18b466f431d1358fd"/>
  <p:tag name="KSO_WM_CHIP_GROUPID" val="5ebe40d00ac41c4a0a525616"/>
  <p:tag name="KSO_WM_CHIP_XID" val="5ebe40d00ac41c4a0a525617"/>
  <p:tag name="KSO_WM_CHIP_FILLAREA_FILL_RULE" val="{&quot;fill_align&quot;:&quot;cm&quot;,&quot;fill_mode&quot;:&quot;adaptive&quot;,&quot;sacle_strategy&quot;:&quot;smart&quot;}"/>
  <p:tag name="KSO_WM_ASSEMBLE_CHIP_INDEX" val="2fae1d39781b42e4a2e1251fa79681d5"/>
  <p:tag name="KSO_WM_UNIT_TEXT_FILL_FORE_SCHEMECOLOR_INDEX_BRIGHTNESS" val="0.35"/>
  <p:tag name="KSO_WM_UNIT_TEXT_FILL_FORE_SCHEMECOLOR_INDEX" val="13"/>
  <p:tag name="KSO_WM_UNIT_TEXT_FILL_TYPE" val="1"/>
  <p:tag name="KSO_WM_TEMPLATE_ASSEMBLE_XID" val="5fc706a59532eafaafd6609a"/>
  <p:tag name="KSO_WM_TEMPLATE_ASSEMBLE_GROUPID" val="5fbf0f162574a1ee74b21dd7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36_1*a*1"/>
  <p:tag name="KSO_WM_TEMPLATE_CATEGORY" val="custom"/>
  <p:tag name="KSO_WM_TEMPLATE_INDEX" val="20202536"/>
  <p:tag name="KSO_WM_UNIT_LAYERLEVEL" val="1"/>
  <p:tag name="KSO_WM_TAG_VERSION" val="1.0"/>
  <p:tag name="KSO_WM_BEAUTIFY_FLAG" val="#wm#"/>
  <p:tag name="KSO_WM_UNIT_PRESET_TEXT" val="单击添加大标题"/>
  <p:tag name="KSO_WM_UNIT_DEFAULT_FONT" val="40;56;4"/>
  <p:tag name="KSO_WM_UNIT_BLOCK" val="0"/>
  <p:tag name="KSO_WM_UNIT_DEC_AREA_ID" val="e2580621de634884a7d2012a4fcc24bd"/>
  <p:tag name="KSO_WM_CHIP_GROUPID" val="5ebe40d00ac41c4a0a525616"/>
  <p:tag name="KSO_WM_CHIP_XID" val="5ebe40d00ac41c4a0a525617"/>
  <p:tag name="KSO_WM_CHIP_FILLAREA_FILL_RULE" val="{&quot;fill_align&quot;:&quot;cm&quot;,&quot;fill_mode&quot;:&quot;adaptive&quot;,&quot;sacle_strategy&quot;:&quot;smart&quot;}"/>
  <p:tag name="KSO_WM_ASSEMBLE_CHIP_INDEX" val="2fae1d39781b42e4a2e1251fa79681d5"/>
  <p:tag name="KSO_WM_UNIT_TEXT_FILL_FORE_SCHEMECOLOR_INDEX_BRIGHTNESS" val="0.15"/>
  <p:tag name="KSO_WM_UNIT_TEXT_FILL_FORE_SCHEMECOLOR_INDEX" val="13"/>
  <p:tag name="KSO_WM_UNIT_TEXT_FILL_TYPE" val="1"/>
  <p:tag name="KSO_WM_TEMPLATE_ASSEMBLE_XID" val="5fc706a59532eafaafd6609a"/>
  <p:tag name="KSO_WM_TEMPLATE_ASSEMBLE_GROUPID" val="5fbf0f162574a1ee74b21dd7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2a64e60c95dd4b0c99d58bef19bea13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f33691a174a34835af3c5bdcd248df1b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ba83664f33d54e47b3db42484199a36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b829870e53f4b849a8f7da4293a44ca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2a64e60c95dd4b0c99d58bef19bea13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f33691a174a34835af3c5bdcd248df1b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ba83664f33d54e47b3db42484199a36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b829870e53f4b849a8f7da4293a44ca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2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9"/>
  <p:tag name="KSO_WM_UNIT_DEC_AREA_ID" val="5508bcb0d26940e286e06b8e988b87b7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2dcb4cac21e4b08b0d30773615dcf14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9aee073f44ec492cb5df4e89e5a87bd6"/>
  <p:tag name="KSO_WM_CHIP_FILLAREA_FILL_RULE" val="{&quot;fill_align&quot;:&quot;rt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67efc601fe3d404cad560da901488205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2a64e60c95dd4b0c99d58bef19bea13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f33691a174a34835af3c5bdcd248df1b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ba83664f33d54e47b3db42484199a36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b829870e53f4b849a8f7da4293a44ca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2a64e60c95dd4b0c99d58bef19bea13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f33691a174a34835af3c5bdcd248df1b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ba83664f33d54e47b3db42484199a36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b829870e53f4b849a8f7da4293a44ca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2a64e60c95dd4b0c99d58bef19bea13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f33691a174a34835af3c5bdcd248df1b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ba83664f33d54e47b3db42484199a36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b829870e53f4b849a8f7da4293a44ca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02536_1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8"/>
  <p:tag name="KSO_WM_UNIT_DEC_AREA_ID" val="fb35f536c7b6410a867e9b620da677a5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5616353991a4777bb4b925965621e51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536_1*b*1"/>
  <p:tag name="KSO_WM_TEMPLATE_CATEGORY" val="custom"/>
  <p:tag name="KSO_WM_TEMPLATE_INDEX" val="20202536"/>
  <p:tag name="KSO_WM_UNIT_LAYERLEVEL" val="1"/>
  <p:tag name="KSO_WM_TAG_VERSION" val="1.0"/>
  <p:tag name="KSO_WM_BEAUTIFY_FLAG" val="#wm#"/>
  <p:tag name="KSO_WM_UNIT_PRESET_TEXT" val="单击此处添加副标题内容"/>
  <p:tag name="KSO_WM_UNIT_DEFAULT_FONT" val="18;24;2"/>
  <p:tag name="KSO_WM_UNIT_BLOCK" val="0"/>
  <p:tag name="KSO_WM_UNIT_DEC_AREA_ID" val="9d62fbc0bc6648d2b685a96040ecb20a"/>
  <p:tag name="KSO_WM_CHIP_GROUPID" val="5ebe4d230ac41c4a0a525649"/>
  <p:tag name="KSO_WM_CHIP_XID" val="5ebe4d230ac41c4a0a52564a"/>
  <p:tag name="KSO_WM_CHIP_FILLAREA_FILL_RULE" val="{&quot;fill_align&quot;:&quot;cm&quot;,&quot;fill_mode&quot;:&quot;adaptive&quot;,&quot;sacle_strategy&quot;:&quot;smart&quot;}"/>
  <p:tag name="KSO_WM_ASSEMBLE_CHIP_INDEX" val="75303664975946f6a3e3a96aacc9949a"/>
  <p:tag name="KSO_WM_UNIT_TEXT_FILL_FORE_SCHEMECOLOR_INDEX_BRIGHTNESS" val="0.35"/>
  <p:tag name="KSO_WM_UNIT_TEXT_FILL_FORE_SCHEMECOLOR_INDEX" val="13"/>
  <p:tag name="KSO_WM_UNIT_TEXT_FILL_TYPE" val="1"/>
  <p:tag name="KSO_WM_TEMPLATE_ASSEMBLE_XID" val="5fc706a59532eafaafd660b7"/>
  <p:tag name="KSO_WM_TEMPLATE_ASSEMBLE_GROUPID" val="5fbf0f162574a1ee74b21dd7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36_1*a*1"/>
  <p:tag name="KSO_WM_TEMPLATE_CATEGORY" val="custom"/>
  <p:tag name="KSO_WM_TEMPLATE_INDEX" val="20202536"/>
  <p:tag name="KSO_WM_UNIT_LAYERLEVEL" val="1"/>
  <p:tag name="KSO_WM_TAG_VERSION" val="1.0"/>
  <p:tag name="KSO_WM_BEAUTIFY_FLAG" val="#wm#"/>
  <p:tag name="KSO_WM_UNIT_PRESET_TEXT" val="谢谢观看"/>
  <p:tag name="KSO_WM_UNIT_DEFAULT_FONT" val="60;74;4"/>
  <p:tag name="KSO_WM_UNIT_BLOCK" val="0"/>
  <p:tag name="KSO_WM_UNIT_DEC_AREA_ID" val="b5082ac381eb46aa81151c88cb2d02b8"/>
  <p:tag name="KSO_WM_CHIP_GROUPID" val="5ebe4d230ac41c4a0a525649"/>
  <p:tag name="KSO_WM_CHIP_XID" val="5ebe4d230ac41c4a0a52564a"/>
  <p:tag name="KSO_WM_CHIP_FILLAREA_FILL_RULE" val="{&quot;fill_align&quot;:&quot;cm&quot;,&quot;fill_mode&quot;:&quot;adaptive&quot;,&quot;sacle_strategy&quot;:&quot;smart&quot;}"/>
  <p:tag name="KSO_WM_ASSEMBLE_CHIP_INDEX" val="75303664975946f6a3e3a96aacc9949a"/>
  <p:tag name="KSO_WM_UNIT_TEXT_FILL_FORE_SCHEMECOLOR_INDEX_BRIGHTNESS" val="0.15"/>
  <p:tag name="KSO_WM_UNIT_TEXT_FILL_FORE_SCHEMECOLOR_INDEX" val="13"/>
  <p:tag name="KSO_WM_UNIT_TEXT_FILL_TYPE" val="1"/>
  <p:tag name="KSO_WM_TEMPLATE_ASSEMBLE_XID" val="5fc706a59532eafaafd660b7"/>
  <p:tag name="KSO_WM_TEMPLATE_ASSEMBLE_GROUPID" val="5fbf0f162574a1ee74b21dd7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2a64e60c95dd4b0c99d58bef19bea13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f33691a174a34835af3c5bdcd248df1b"/>
  <p:tag name="KSO_WM_SLIDE_BACKGROUND_TYPE" val="general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ba83664f33d54e47b3db42484199a36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b829870e53f4b849a8f7da4293a44ca"/>
  <p:tag name="KSO_WM_SLIDE_BACKGROUND_TYPE" val="general"/>
</p:tagLst>
</file>

<file path=ppt/tags/tag27.xml><?xml version="1.0" encoding="utf-8"?>
<p:tagLst xmlns:p="http://schemas.openxmlformats.org/presentationml/2006/main">
  <p:tag name="KSO_WM_SLIDE_BACKGROUND_TYPE" val="general"/>
</p:tagLst>
</file>

<file path=ppt/tags/tag28.xml><?xml version="1.0" encoding="utf-8"?>
<p:tagLst xmlns:p="http://schemas.openxmlformats.org/presentationml/2006/main">
  <p:tag name="KSO_WM_SLIDE_BACKGROUND_TYPE" val="general"/>
</p:tagLst>
</file>

<file path=ppt/tags/tag29.xml><?xml version="1.0" encoding="utf-8"?>
<p:tagLst xmlns:p="http://schemas.openxmlformats.org/presentationml/2006/main">
  <p:tag name="KSO_WM_SLIDE_BACKGROUND_TYPE" val="general"/>
</p:tagLst>
</file>

<file path=ppt/tags/tag30.xml><?xml version="1.0" encoding="utf-8"?>
<p:tagLst xmlns:p="http://schemas.openxmlformats.org/presentationml/2006/main">
  <p:tag name="KSO_WM_SLIDE_BACKGROUND_TYPE" val="general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2536_5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c"/>
  <p:tag name="KSO_WM_UNIT_DEC_AREA_ID" val="cc947a5233bc41099d8212f07342c076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60f1ad2937d4d21b67cc44ade0dcfdb"/>
  <p:tag name="KSO_WM_SLIDE_BACKGROUND_TYPE" val="frame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bd0460a6f504447c8a58bb32e8b4e15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ff2eeb3aeb8458babac593da9ebab36"/>
  <p:tag name="KSO_WM_SLIDE_BACKGROUND_TYPE" val="frame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07a58da50f364aa5bbebdd3ed1da80cc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39752b2ad0f4e7d92d06300cd1b9d68"/>
  <p:tag name="KSO_WM_SLIDE_BACKGROUND_TYPE" val="frame"/>
</p:tagLst>
</file>

<file path=ppt/tags/tag34.xml><?xml version="1.0" encoding="utf-8"?>
<p:tagLst xmlns:p="http://schemas.openxmlformats.org/presentationml/2006/main">
  <p:tag name="KSO_WM_SLIDE_BACKGROUND_TYPE" val="frame"/>
</p:tagLst>
</file>

<file path=ppt/tags/tag35.xml><?xml version="1.0" encoding="utf-8"?>
<p:tagLst xmlns:p="http://schemas.openxmlformats.org/presentationml/2006/main">
  <p:tag name="KSO_WM_SLIDE_BACKGROUND_TYPE" val="frame"/>
</p:tagLst>
</file>

<file path=ppt/tags/tag36.xml><?xml version="1.0" encoding="utf-8"?>
<p:tagLst xmlns:p="http://schemas.openxmlformats.org/presentationml/2006/main">
  <p:tag name="KSO_WM_SLIDE_BACKGROUND_TYPE" val="frame"/>
</p:tagLst>
</file>

<file path=ppt/tags/tag37.xml><?xml version="1.0" encoding="utf-8"?>
<p:tagLst xmlns:p="http://schemas.openxmlformats.org/presentationml/2006/main">
  <p:tag name="KSO_WM_SLIDE_BACKGROUND_TYPE" val="frame"/>
</p:tagLst>
</file>

<file path=ppt/tags/tag38.xml><?xml version="1.0" encoding="utf-8"?>
<p:tagLst xmlns:p="http://schemas.openxmlformats.org/presentationml/2006/main">
  <p:tag name="KSO_WM_SLIDE_BACKGROUND_TYPE" val="frame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2536_5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c"/>
  <p:tag name="KSO_WM_UNIT_DEC_AREA_ID" val="79196d5c8b8a430f91c549e5dea4d1a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456124a680740e0b8e65449d5b8aae4"/>
  <p:tag name="KSO_WM_SLIDE_BACKGROUND_TYPE" val="leftRight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1faaf6f267da4270ba5f66dd889ecf9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1477beb09be4178aaf6e4355b55a8d5"/>
  <p:tag name="KSO_WM_SLIDE_BACKGROUND_TYPE" val="leftRight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6adebb046e294b52969c0b79599c73f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1c730719ffc478d8ea41298a8f24c81"/>
  <p:tag name="KSO_WM_SLIDE_BACKGROUND_TYPE" val="leftRight"/>
</p:tagLst>
</file>

<file path=ppt/tags/tag42.xml><?xml version="1.0" encoding="utf-8"?>
<p:tagLst xmlns:p="http://schemas.openxmlformats.org/presentationml/2006/main">
  <p:tag name="KSO_WM_SLIDE_BACKGROUND_TYPE" val="leftRight"/>
</p:tagLst>
</file>

<file path=ppt/tags/tag43.xml><?xml version="1.0" encoding="utf-8"?>
<p:tagLst xmlns:p="http://schemas.openxmlformats.org/presentationml/2006/main">
  <p:tag name="KSO_WM_SLIDE_BACKGROUND_TYPE" val="leftRight"/>
</p:tagLst>
</file>

<file path=ppt/tags/tag44.xml><?xml version="1.0" encoding="utf-8"?>
<p:tagLst xmlns:p="http://schemas.openxmlformats.org/presentationml/2006/main">
  <p:tag name="KSO_WM_SLIDE_BACKGROUND_TYPE" val="leftRight"/>
</p:tagLst>
</file>

<file path=ppt/tags/tag45.xml><?xml version="1.0" encoding="utf-8"?>
<p:tagLst xmlns:p="http://schemas.openxmlformats.org/presentationml/2006/main">
  <p:tag name="KSO_WM_SLIDE_BACKGROUND_TYPE" val="leftRight"/>
</p:tagLst>
</file>

<file path=ppt/tags/tag46.xml><?xml version="1.0" encoding="utf-8"?>
<p:tagLst xmlns:p="http://schemas.openxmlformats.org/presentationml/2006/main">
  <p:tag name="KSO_WM_SLIDE_BACKGROUND_TYPE" val="leftRight"/>
</p:tagLst>
</file>

<file path=ppt/tags/tag47.xml><?xml version="1.0" encoding="utf-8"?>
<p:tagLst xmlns:p="http://schemas.openxmlformats.org/presentationml/2006/main">
  <p:tag name="KSO_WM_SLIDE_BACKGROUND_TYPE" val="leftRight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2536_5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c"/>
  <p:tag name="KSO_WM_UNIT_DEC_AREA_ID" val="aa3b93e2f4f2425dba0357054deacb1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69adc4a62824fa7ab464ac5a191cb3d"/>
  <p:tag name="KSO_WM_SLIDE_BACKGROUND_TYPE" val="topBottom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c1f5b814a76e44b0ad70a5f68343a5a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6b98af9008764d34a5b8b6fcbb6bf0d7"/>
  <p:tag name="KSO_WM_SLIDE_BACKGROUND_TYPE" val="topBottom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fcb0e057db5c4c219b26d17a8778255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126b8cf0dec423aa558fefe18ea0f82"/>
  <p:tag name="KSO_WM_SLIDE_BACKGROUND_TYPE" val="topBottom"/>
</p:tagLst>
</file>

<file path=ppt/tags/tag51.xml><?xml version="1.0" encoding="utf-8"?>
<p:tagLst xmlns:p="http://schemas.openxmlformats.org/presentationml/2006/main">
  <p:tag name="KSO_WM_SLIDE_BACKGROUND_TYPE" val="topBottom"/>
</p:tagLst>
</file>

<file path=ppt/tags/tag52.xml><?xml version="1.0" encoding="utf-8"?>
<p:tagLst xmlns:p="http://schemas.openxmlformats.org/presentationml/2006/main">
  <p:tag name="KSO_WM_SLIDE_BACKGROUND_TYPE" val="topBottom"/>
</p:tagLst>
</file>

<file path=ppt/tags/tag53.xml><?xml version="1.0" encoding="utf-8"?>
<p:tagLst xmlns:p="http://schemas.openxmlformats.org/presentationml/2006/main">
  <p:tag name="KSO_WM_SLIDE_BACKGROUND_TYPE" val="topBottom"/>
</p:tagLst>
</file>

<file path=ppt/tags/tag54.xml><?xml version="1.0" encoding="utf-8"?>
<p:tagLst xmlns:p="http://schemas.openxmlformats.org/presentationml/2006/main">
  <p:tag name="KSO_WM_SLIDE_BACKGROUND_TYPE" val="topBottom"/>
</p:tagLst>
</file>

<file path=ppt/tags/tag55.xml><?xml version="1.0" encoding="utf-8"?>
<p:tagLst xmlns:p="http://schemas.openxmlformats.org/presentationml/2006/main">
  <p:tag name="KSO_WM_SLIDE_BACKGROUND_TYPE" val="topBottom"/>
</p:tagLst>
</file>

<file path=ppt/tags/tag56.xml><?xml version="1.0" encoding="utf-8"?>
<p:tagLst xmlns:p="http://schemas.openxmlformats.org/presentationml/2006/main">
  <p:tag name="KSO_WM_SLIDE_BACKGROUND_TYPE" val="topBottom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2536_5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c"/>
  <p:tag name="KSO_WM_UNIT_DEC_AREA_ID" val="690c71c6c4854638a5d2fa9d95460d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634fd7c3be26430182e7e977e7c6d19b"/>
  <p:tag name="KSO_WM_SLIDE_BACKGROUND_TYPE" val="bottomTop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77dec2bee83f4010ba55f07f3b0793d4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f78170b349024305a60505a5cc1d5df9"/>
  <p:tag name="KSO_WM_SLIDE_BACKGROUND_TYPE" val="bottomTop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921aa797982e4ec0a78672e5da1208d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20b28877275490aad2423328af24a54"/>
  <p:tag name="KSO_WM_SLIDE_BACKGROUND_TYPE" val="bottomTop"/>
</p:tagLst>
</file>

<file path=ppt/tags/tag60.xml><?xml version="1.0" encoding="utf-8"?>
<p:tagLst xmlns:p="http://schemas.openxmlformats.org/presentationml/2006/main">
  <p:tag name="KSO_WM_SLIDE_BACKGROUND_TYPE" val="bottomTop"/>
</p:tagLst>
</file>

<file path=ppt/tags/tag61.xml><?xml version="1.0" encoding="utf-8"?>
<p:tagLst xmlns:p="http://schemas.openxmlformats.org/presentationml/2006/main">
  <p:tag name="KSO_WM_SLIDE_BACKGROUND_TYPE" val="bottomTop"/>
</p:tagLst>
</file>

<file path=ppt/tags/tag62.xml><?xml version="1.0" encoding="utf-8"?>
<p:tagLst xmlns:p="http://schemas.openxmlformats.org/presentationml/2006/main">
  <p:tag name="KSO_WM_SLIDE_BACKGROUND_TYPE" val="bottomTop"/>
</p:tagLst>
</file>

<file path=ppt/tags/tag63.xml><?xml version="1.0" encoding="utf-8"?>
<p:tagLst xmlns:p="http://schemas.openxmlformats.org/presentationml/2006/main">
  <p:tag name="KSO_WM_SLIDE_BACKGROUND_TYPE" val="bottomTop"/>
</p:tagLst>
</file>

<file path=ppt/tags/tag64.xml><?xml version="1.0" encoding="utf-8"?>
<p:tagLst xmlns:p="http://schemas.openxmlformats.org/presentationml/2006/main">
  <p:tag name="KSO_WM_SLIDE_BACKGROUND_TYPE" val="bottomTop"/>
</p:tagLst>
</file>

<file path=ppt/tags/tag65.xml><?xml version="1.0" encoding="utf-8"?>
<p:tagLst xmlns:p="http://schemas.openxmlformats.org/presentationml/2006/main">
  <p:tag name="KSO_WM_SLIDE_BACKGROUND_TYPE" val="bottomTop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2536_5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c"/>
  <p:tag name="KSO_WM_UNIT_DEC_AREA_ID" val="e724edf3836145948d32a30ded149d9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926a419df9b480cb8c80c248ce94512"/>
  <p:tag name="KSO_WM_SLIDE_BACKGROUND_TYPE" val="navigation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a1ebd9ca35ca471f955362afdc2c330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a69e03938d49c59c49fd15e79947cd"/>
  <p:tag name="KSO_WM_SLIDE_BACKGROUND_TYPE" val="navigation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3dbb0dc744c742a1acf2c6ef9ab4a42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e854c2da57147eda354dc11af19b763"/>
  <p:tag name="KSO_WM_SLIDE_BACKGROUND_TYPE" val="navigation"/>
</p:tagLst>
</file>

<file path=ppt/tags/tag69.xml><?xml version="1.0" encoding="utf-8"?>
<p:tagLst xmlns:p="http://schemas.openxmlformats.org/presentationml/2006/main">
  <p:tag name="KSO_WM_SLIDE_BACKGROUND_TYPE" val="navigation"/>
</p:tagLst>
</file>

<file path=ppt/tags/tag70.xml><?xml version="1.0" encoding="utf-8"?>
<p:tagLst xmlns:p="http://schemas.openxmlformats.org/presentationml/2006/main">
  <p:tag name="KSO_WM_SLIDE_BACKGROUND_TYPE" val="navigation"/>
</p:tagLst>
</file>

<file path=ppt/tags/tag71.xml><?xml version="1.0" encoding="utf-8"?>
<p:tagLst xmlns:p="http://schemas.openxmlformats.org/presentationml/2006/main">
  <p:tag name="KSO_WM_SLIDE_BACKGROUND_TYPE" val="navigation"/>
</p:tagLst>
</file>

<file path=ppt/tags/tag72.xml><?xml version="1.0" encoding="utf-8"?>
<p:tagLst xmlns:p="http://schemas.openxmlformats.org/presentationml/2006/main">
  <p:tag name="KSO_WM_SLIDE_BACKGROUND_TYPE" val="navigation"/>
</p:tagLst>
</file>

<file path=ppt/tags/tag73.xml><?xml version="1.0" encoding="utf-8"?>
<p:tagLst xmlns:p="http://schemas.openxmlformats.org/presentationml/2006/main">
  <p:tag name="KSO_WM_SLIDE_BACKGROUND_TYPE" val="navigation"/>
</p:tagLst>
</file>

<file path=ppt/tags/tag74.xml><?xml version="1.0" encoding="utf-8"?>
<p:tagLst xmlns:p="http://schemas.openxmlformats.org/presentationml/2006/main">
  <p:tag name="KSO_WM_SLIDE_BACKGROUND_TYPE" val="navigation"/>
</p:tagLst>
</file>

<file path=ppt/tags/tag75.xml><?xml version="1.0" encoding="utf-8"?>
<p:tagLst xmlns:p="http://schemas.openxmlformats.org/presentationml/2006/main">
  <p:tag name="KSO_WM_SLIDE_BACKGROUND_TYPE" val="navigation"/>
</p:tagLst>
</file>

<file path=ppt/tags/tag76.xml><?xml version="1.0" encoding="utf-8"?>
<p:tagLst xmlns:p="http://schemas.openxmlformats.org/presentationml/2006/main">
  <p:tag name="KSO_WM_SLIDE_BACKGROUND_TYPE" val="navigation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2536_5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c"/>
  <p:tag name="KSO_WM_UNIT_DEC_AREA_ID" val="106520d917c24aafb3303160eb42b838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f8e50cc2437e4788bbd59150e0543295"/>
  <p:tag name="KSO_WM_SLIDE_BACKGROUND_TYPE" val="belt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66e2452d047b4b14bb8f0d257e02ac0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dcf86fddbe649f889ebcfc19c0927be"/>
  <p:tag name="KSO_WM_SLIDE_BACKGROUND_TYPE" val="belt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65caa0e1dfd6446aa3ca132203c0066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a3b7091904a42668994b7663d523322"/>
  <p:tag name="KSO_WM_SLIDE_BACKGROUND_TYPE" val="belt"/>
</p:tagLst>
</file>

<file path=ppt/tags/tag80.xml><?xml version="1.0" encoding="utf-8"?>
<p:tagLst xmlns:p="http://schemas.openxmlformats.org/presentationml/2006/main">
  <p:tag name="KSO_WM_SLIDE_BACKGROUND_TYPE" val="belt"/>
</p:tagLst>
</file>

<file path=ppt/tags/tag81.xml><?xml version="1.0" encoding="utf-8"?>
<p:tagLst xmlns:p="http://schemas.openxmlformats.org/presentationml/2006/main">
  <p:tag name="KSO_WM_SLIDE_BACKGROUND_TYPE" val="belt"/>
</p:tagLst>
</file>

<file path=ppt/tags/tag82.xml><?xml version="1.0" encoding="utf-8"?>
<p:tagLst xmlns:p="http://schemas.openxmlformats.org/presentationml/2006/main">
  <p:tag name="KSO_WM_SLIDE_BACKGROUND_TYPE" val="belt"/>
</p:tagLst>
</file>

<file path=ppt/tags/tag83.xml><?xml version="1.0" encoding="utf-8"?>
<p:tagLst xmlns:p="http://schemas.openxmlformats.org/presentationml/2006/main">
  <p:tag name="KSO_WM_SLIDE_BACKGROUND_TYPE" val="belt"/>
</p:tagLst>
</file>

<file path=ppt/tags/tag84.xml><?xml version="1.0" encoding="utf-8"?>
<p:tagLst xmlns:p="http://schemas.openxmlformats.org/presentationml/2006/main">
  <p:tag name="KSO_WM_SLIDE_BACKGROUND_TYPE" val="belt"/>
</p:tagLst>
</file>

<file path=ppt/tags/tag85.xml><?xml version="1.0" encoding="utf-8"?>
<p:tagLst xmlns:p="http://schemas.openxmlformats.org/presentationml/2006/main">
  <p:tag name="KSO_WM_TEMPLATE_CATEGORY" val="custom"/>
  <p:tag name="KSO_WM_TEMPLATE_INDEX" val="20202536"/>
</p:tagLst>
</file>

<file path=ppt/tags/tag86.xml><?xml version="1.0" encoding="utf-8"?>
<p:tagLst xmlns:p="http://schemas.openxmlformats.org/presentationml/2006/main">
  <p:tag name="KSO_WM_TEMPLATE_CATEGORY" val="custom"/>
  <p:tag name="KSO_WM_TEMPLATE_INDEX" val="20202536"/>
</p:tagLst>
</file>

<file path=ppt/tags/tag8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36"/>
</p:tagLst>
</file>

<file path=ppt/tags/tag88.xml><?xml version="1.0" encoding="utf-8"?>
<p:tagLst xmlns:p="http://schemas.openxmlformats.org/presentationml/2006/main">
  <p:tag name="KSO_WM_UNIT_DEFAULT_FONT" val="44;60;4"/>
  <p:tag name="KSO_WM_UNIT_BLOCK" val="0"/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36_1*a*1"/>
  <p:tag name="KSO_WM_TEMPLATE_CATEGORY" val="custom"/>
  <p:tag name="KSO_WM_TEMPLATE_INDEX" val="20202536"/>
  <p:tag name="KSO_WM_UNIT_LAYERLEVEL" val="1"/>
  <p:tag name="KSO_WM_TAG_VERSION" val="1.0"/>
  <p:tag name="KSO_WM_BEAUTIFY_FLAG" val="#wm#"/>
  <p:tag name="KSO_WM_UNIT_PRESET_TEXT" val="安全生产培训课件演示模板"/>
  <p:tag name="KSO_WM_CHIP_GROUPID" val="5ebd089d0ac41c4a0a525421"/>
  <p:tag name="KSO_WM_CHIP_XID" val="5ebd089d0ac41c4a0a525422"/>
  <p:tag name="KSO_WM_UNIT_DEC_AREA_ID" val="da3ce443403c45a7a3e5c39b7d05ef4e"/>
  <p:tag name="KSO_WM_CHIP_FILLAREA_FILL_RULE" val="{&quot;fill_align&quot;:&quot;cm&quot;,&quot;fill_mode&quot;:&quot;adaptive&quot;,&quot;sacle_strategy&quot;:&quot;smart&quot;}"/>
  <p:tag name="KSO_WM_ASSEMBLE_CHIP_INDEX" val="cd57e94472204059a7957acb115ef19c"/>
  <p:tag name="KSO_WM_UNIT_TEXT_FILL_FORE_SCHEMECOLOR_INDEX_BRIGHTNESS" val="0.15"/>
  <p:tag name="KSO_WM_UNIT_TEXT_FILL_FORE_SCHEMECOLOR_INDEX" val="13"/>
  <p:tag name="KSO_WM_UNIT_TEXT_FILL_TYPE" val="1"/>
</p:tagLst>
</file>

<file path=ppt/tags/tag89.xml><?xml version="1.0" encoding="utf-8"?>
<p:tagLst xmlns:p="http://schemas.openxmlformats.org/presentationml/2006/main">
  <p:tag name="KSO_WM_UNIT_DEFAULT_FONT" val="18;24;2"/>
  <p:tag name="KSO_WM_UNIT_BLOCK" val="0"/>
  <p:tag name="KSO_WM_UNIT_ISCONTENTSTITLE" val="0"/>
  <p:tag name="KSO_WM_UNIT_ISNUMDGMTITLE" val="0"/>
  <p:tag name="KSO_WM_UNIT_SUBTYPE" val="b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2536_1*f*1"/>
  <p:tag name="KSO_WM_TEMPLATE_CATEGORY" val="custom"/>
  <p:tag name="KSO_WM_TEMPLATE_INDEX" val="20202536"/>
  <p:tag name="KSO_WM_UNIT_LAYERLEVEL" val="1"/>
  <p:tag name="KSO_WM_TAG_VERSION" val="1.0"/>
  <p:tag name="KSO_WM_BEAUTIFY_FLAG" val="#wm#"/>
  <p:tag name="KSO_WM_UNIT_PRESET_TEXT" val="汇报人姓名"/>
  <p:tag name="KSO_WM_CHIP_GROUPID" val="5ebd089d0ac41c4a0a525421"/>
  <p:tag name="KSO_WM_CHIP_XID" val="5ebd089d0ac41c4a0a525422"/>
  <p:tag name="KSO_WM_UNIT_DEC_AREA_ID" val="d9a3d01fcacd48699be0e638d2dedbd4"/>
  <p:tag name="KSO_WM_CHIP_FILLAREA_FILL_RULE" val="{&quot;fill_align&quot;:&quot;cm&quot;,&quot;fill_mode&quot;:&quot;adaptive&quot;,&quot;sacle_strategy&quot;:&quot;smart&quot;}"/>
  <p:tag name="KSO_WM_ASSEMBLE_CHIP_INDEX" val="cd57e94472204059a7957acb115ef19c"/>
  <p:tag name="KSO_WM_UNIT_TEXT_FILL_FORE_SCHEMECOLOR_INDEX_BRIGHTNESS" val="0.35"/>
  <p:tag name="KSO_WM_UNIT_TEXT_FILL_FORE_SCHEMECOLOR_INDEX" val="13"/>
  <p:tag name="KSO_WM_UNIT_TEXT_FILL_TYPE" val="1"/>
</p:tagLst>
</file>

<file path=ppt/tags/tag90.xml><?xml version="1.0" encoding="utf-8"?>
<p:tagLst xmlns:p="http://schemas.openxmlformats.org/presentationml/2006/main">
  <p:tag name="KSO_WM_SLIDE_ID" val="custom20202536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2536"/>
  <p:tag name="KSO_WM_SLIDE_LAYOUT" val="a_f"/>
  <p:tag name="KSO_WM_SLIDE_LAYOUT_CNT" val="1_1"/>
  <p:tag name="KSO_WM_UNIT_SHOW_EDIT_AREA_INDICATION" val="1"/>
  <p:tag name="KSO_WM_TEMPLATE_THUMBS_INDEX" val="1、2、3、7、42、48"/>
  <p:tag name="KSO_WM_CHIP_INFOS" val="{&quot;layout_type&quot;:&quot;forright&quot;,&quot;slide_type&quot;:[&quot;title&quot;],&quot;aspect_ratio&quot;:&quot;16:9&quot;}"/>
  <p:tag name="KSO_WM_CHIP_XID" val="5ebe041a0ac41c4a0a52557a"/>
  <p:tag name="KSO_WM_CHIP_FILLPROP" val="[[{&quot;fill_id&quot;:&quot;014cd647425143238c2ec88d4832793b&quot;,&quot;fill_align&quot;:&quot;cm&quot;,&quot;text_align&quot;:&quot;lm&quot;,&quot;text_direction&quot;:&quot;horizontal&quot;,&quot;chip_types&quot;:[&quot;text&quot;,&quot;header&quot;]}]]"/>
  <p:tag name="KSO_WM_SLIDE_SIZE" val="380*460"/>
  <p:tag name="KSO_WM_SLIDE_POSITION" val="520*39"/>
  <p:tag name="KSO_WM_CHIP_GROUPID" val="5ebf6661ddc3daf3fef3f760"/>
  <p:tag name="KSO_WM_SLIDE_LAYOUT_INFO" val="{&quot;id&quot;:&quot;2020-12-02T11:14:55&quot;,&quot;maxSize&quot;:{&quot;size1&quot;:59.40293330439816},&quot;minSize&quot;:{&quot;size1&quot;:47.80293330439815},&quot;normalSize&quot;:{&quot;size1&quot;:56.80293330439815},&quot;subLayout&quot;:[{&quot;id&quot;:&quot;2020-12-02T11:14:55&quot;,&quot;margin&quot;:{&quot;bottom&quot;:0.131022647023201,&quot;left&quot;:17.49791717529297,&quot;right&quot;:2.9630887508392334,&quot;top&quot;:5.731644630432129},&quot;type&quot;:0},{&quot;id&quot;:&quot;2020-12-02T11:14:55&quot;,&quot;margin&quot;:{&quot;bottom&quot;:5.731666564941406,&quot;left&quot;:17.49791717529297,&quot;right&quot;:2.9630887508392334,&quot;top&quot;:0.1801326721906662},&quot;type&quot;:0}]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TEMPLATE_ASSEMBLE_XID" val="5fc706a59532eafaafd660aa"/>
  <p:tag name="KSO_WM_TEMPLATE_ASSEMBLE_GROUPID" val="5fbf0f162574a1ee74b21dd7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2536_5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c"/>
  <p:tag name="KSO_WM_UNIT_DEC_AREA_ID" val="e724edf3836145948d32a30ded149d9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926a419df9b480cb8c80c248ce94512"/>
  <p:tag name="KSO_WM_SLIDE_BACKGROUND_TYPE" val="navigation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a1ebd9ca35ca471f955362afdc2c330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a69e03938d49c59c49fd15e79947cd"/>
  <p:tag name="KSO_WM_SLIDE_BACKGROUND_TYPE" val="navigation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3dbb0dc744c742a1acf2c6ef9ab4a42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e854c2da57147eda354dc11af19b763"/>
  <p:tag name="KSO_WM_SLIDE_BACKGROUND_TYPE" val="navigation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9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02_1*f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44"/>
  <p:tag name="KSO_WM_UNIT_SHOW_EDIT_AREA_INDICATION" val="1"/>
  <p:tag name="KSO_WM_CHIP_GROUPID" val="5e6b05596848fb12bee65ac8"/>
  <p:tag name="KSO_WM_CHIP_XID" val="5e6b05596848fb12bee65aca"/>
  <p:tag name="KSO_WM_UNIT_DEC_AREA_ID" val="d879e39fee614b88a76bb899d600b76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fcd4429fddf4fd9b6b9cae2bcdab05b"/>
  <p:tag name="KSO_WM_UNIT_SUPPORT_UNIT_TYPE" val="[&quot;d&quot;]"/>
  <p:tag name="KSO_WM_UNIT_TEXT_FILL_FORE_SCHEMECOLOR_INDEX_BRIGHTNESS" val="0.25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96.xml><?xml version="1.0" encoding="utf-8"?>
<p:tagLst xmlns:p="http://schemas.openxmlformats.org/presentationml/2006/main">
  <p:tag name="KSO_WM_BEAUTIFY_FLAG" val="#wm#"/>
  <p:tag name="KSO_WM_TEMPLATE_CATEGORY" val="diagram"/>
  <p:tag name="KSO_WM_TEMPLATE_INDEX" val="20215802"/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SLIDE_LAYOUT" val="a_f"/>
  <p:tag name="KSO_WM_SLIDE_LAYOUT_CNT" val="1_1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KSO_WM_CHIP_DECFILLPROP" val="[]"/>
  <p:tag name="KSO_WM_SLIDE_CAN_ADD_NAVIGATION" val="1"/>
  <p:tag name="KSO_WM_CHIP_GROUPID" val="5f5ee1ca4d6848d78f644aeb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FIXED_XID_TMP" val="5f5ee1ca4d6848d78f644aeb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2536_5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c"/>
  <p:tag name="KSO_WM_UNIT_DEC_AREA_ID" val="e724edf3836145948d32a30ded149d9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926a419df9b480cb8c80c248ce94512"/>
  <p:tag name="KSO_WM_SLIDE_BACKGROUND_TYPE" val="navigation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a1ebd9ca35ca471f955362afdc2c330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a69e03938d49c59c49fd15e79947cd"/>
  <p:tag name="KSO_WM_SLIDE_BACKGROUND_TYPE" val="navigation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3dbb0dc744c742a1acf2c6ef9ab4a42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e854c2da57147eda354dc11af19b763"/>
  <p:tag name="KSO_WM_SLIDE_BACKGROUND_TYPE" val="navigation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499_1*a*1"/>
  <p:tag name="KSO_WM_TEMPLATE_CATEGORY" val="diagram"/>
  <p:tag name="KSO_WM_TEMPLATE_INDEX" val="20213499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f59107be81e4c95b1dc7a8a51414a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fc724a7691b84f90936179b7144e1829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f"/>
  <p:tag name="KSO_WM_TEMPLATE_ASSEMBLE_GROUPID" val="639b2d1f0c9383becdea80bf"/>
</p:tagLst>
</file>

<file path=ppt/tags/tag101.xml><?xml version="1.0" encoding="utf-8"?>
<p:tagLst xmlns:p="http://schemas.openxmlformats.org/presentationml/2006/main">
  <p:tag name="KSO_WM_UNIT_VALUE" val="804*1100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2"/>
  <p:tag name="KSO_WM_UNIT_ID" val="diagram20213499_1*d*2"/>
  <p:tag name="KSO_WM_TEMPLATE_CATEGORY" val="diagram"/>
  <p:tag name="KSO_WM_TEMPLATE_INDEX" val="20213499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f1d4056aaeca4fbea107d2c220dcb8c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8300d2afed63423fad69f59cabc4e7bf"/>
  <p:tag name="KSO_WM_UNIT_SUPPORT_UNIT_TYPE" val="[&quot;d&quot;,&quot;α&quot;,&quot;β&quot;]"/>
  <p:tag name="KSO_WM_TEMPLATE_ASSEMBLE_XID" val="639b2d1f0c9383becdea80bf"/>
  <p:tag name="KSO_WM_TEMPLATE_ASSEMBLE_GROUPID" val="639b2d1f0c9383becdea80bf"/>
  <p:tag name="KSO_WM_UNIT_PICTURE_CLIP_FLAG" val="0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3"/>
  <p:tag name="KSO_WM_UNIT_ID" val="diagram20205920_3*n_h_h_i*1_2_1_3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LINE_FORE_SCHEMECOLOR_INDEX_BRIGHTNESS" val="-0.25"/>
  <p:tag name="KSO_WM_UNIT_LINE_FORE_SCHEMECOLOR_INDEX" val="14"/>
  <p:tag name="KSO_WM_UNIT_LINE_FILL_TYPE" val="2"/>
  <p:tag name="KSO_WM_UNIT_USESOURCEFORMAT_APPLY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3"/>
  <p:tag name="KSO_WM_UNIT_ID" val="diagram20205920_3*n_h_h_i*1_2_2_3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LINE_FORE_SCHEMECOLOR_INDEX_BRIGHTNESS" val="-0.25"/>
  <p:tag name="KSO_WM_UNIT_LINE_FORE_SCHEMECOLOR_INDEX" val="14"/>
  <p:tag name="KSO_WM_UNIT_LINE_FILL_TYPE" val="2"/>
  <p:tag name="KSO_WM_UNIT_USESOURCEFORMAT_APPLY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3"/>
  <p:tag name="KSO_WM_UNIT_ID" val="diagram20205920_3*n_h_h_i*1_2_3_3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LINE_FORE_SCHEMECOLOR_INDEX_BRIGHTNESS" val="-0.25"/>
  <p:tag name="KSO_WM_UNIT_LINE_FORE_SCHEMECOLOR_INDEX" val="14"/>
  <p:tag name="KSO_WM_UNIT_LINE_FILL_TYPE" val="2"/>
  <p:tag name="KSO_WM_UNIT_USESOURCEFORMAT_APPLY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05920_3*n_h_i*1_1_1"/>
  <p:tag name="KSO_WM_TEMPLATE_CATEGORY" val="diagram"/>
  <p:tag name="KSO_WM_TEMPLATE_INDEX" val="2020592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PRESET_TEXT" val="点击输入内容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05920_3*n_h_a*1_1_1"/>
  <p:tag name="KSO_WM_TEMPLATE_CATEGORY" val="diagram"/>
  <p:tag name="KSO_WM_TEMPLATE_INDEX" val="20205920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05920_3*n_h_h_i*1_2_2_1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LINE_FORE_SCHEMECOLOR_INDEX_BRIGHTNESS" val="-0.35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08.xml><?xml version="1.0" encoding="utf-8"?>
<p:tagLst xmlns:p="http://schemas.openxmlformats.org/presentationml/2006/main">
  <p:tag name="KSO_WM_UNIT_SUBTYPE" val="a"/>
  <p:tag name="KSO_WM_UNIT_PRESET_TEXT" val="单点击此处添加正文，请您尽可能提炼思想的精髓，然后简单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05920_3*n_h_h_f*1_2_2_1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4"/>
  <p:tag name="KSO_WM_UNIT_ID" val="diagram20205920_3*n_h_h_i*1_2_2_4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LINE_FORE_SCHEMECOLOR_INDEX_BRIGHTNESS" val="0"/>
  <p:tag name="KSO_WM_UNIT_LINE_FORE_SCHEMECOLOR_INDEX" val="6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5"/>
  <p:tag name="KSO_WM_UNIT_ID" val="diagram20205920_3*n_h_h_i*1_2_2_5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6"/>
  <p:tag name="KSO_WM_UNIT_ID" val="diagram20205920_3*n_h_h_i*1_2_2_6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2"/>
  <p:tag name="KSO_WM_UNIT_ID" val="diagram20205920_3*n_h_h_i*1_2_2_2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LINE_FORE_SCHEMECOLOR_INDEX_BRIGHTNESS" val="-0.25"/>
  <p:tag name="KSO_WM_UNIT_LINE_FORE_SCHEMECOLOR_INDEX" val="14"/>
  <p:tag name="KSO_WM_UNIT_LINE_FILL_TYPE" val="2"/>
  <p:tag name="KSO_WM_UNIT_USESOURCEFORMAT_APPLY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1"/>
  <p:tag name="KSO_WM_UNIT_ID" val="diagram20205920_3*n_h_h_i*1_2_2_1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05920_3*n_h_h_i*1_2_1_1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LINE_FORE_SCHEMECOLOR_INDEX_BRIGHTNESS" val="-0.35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15.xml><?xml version="1.0" encoding="utf-8"?>
<p:tagLst xmlns:p="http://schemas.openxmlformats.org/presentationml/2006/main">
  <p:tag name="KSO_WM_UNIT_SUBTYPE" val="a"/>
  <p:tag name="KSO_WM_UNIT_PRESET_TEXT" val="单点击此处添加正文，请您尽可能提炼思想的精髓，然后简单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05920_3*n_h_h_f*1_2_1_1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4"/>
  <p:tag name="KSO_WM_UNIT_ID" val="diagram20205920_3*n_h_h_i*1_2_1_4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5"/>
  <p:tag name="KSO_WM_UNIT_ID" val="diagram20205920_3*n_h_h_i*1_2_1_5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6"/>
  <p:tag name="KSO_WM_UNIT_ID" val="diagram20205920_3*n_h_h_i*1_2_1_6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2"/>
  <p:tag name="KSO_WM_UNIT_ID" val="diagram20205920_3*n_h_h_i*1_2_1_2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LINE_FORE_SCHEMECOLOR_INDEX_BRIGHTNESS" val="-0.25"/>
  <p:tag name="KSO_WM_UNIT_LINE_FORE_SCHEMECOLOR_INDEX" val="14"/>
  <p:tag name="KSO_WM_UNIT_LINE_FILL_TYPE" val="2"/>
  <p:tag name="KSO_WM_UNIT_USESOURCEFORMAT_APPLY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05920_3*n_h_h_i*1_2_1_1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20205920_3*n_h_h_i*1_2_3_1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LINE_FORE_SCHEMECOLOR_INDEX_BRIGHTNESS" val="-0.35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UNIT_SUBTYPE" val="a"/>
  <p:tag name="KSO_WM_UNIT_PRESET_TEXT" val="单点击此处添加正文，请您尽可能提炼思想的精髓，然后简单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05920_3*n_h_h_f*1_2_3_1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4"/>
  <p:tag name="KSO_WM_UNIT_ID" val="diagram20205920_3*n_h_h_i*1_2_3_4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LINE_FORE_SCHEMECOLOR_INDEX_BRIGHTNESS" val="0"/>
  <p:tag name="KSO_WM_UNIT_LINE_FORE_SCHEMECOLOR_INDEX" val="7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5"/>
  <p:tag name="KSO_WM_UNIT_ID" val="diagram20205920_3*n_h_h_i*1_2_3_5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6"/>
  <p:tag name="KSO_WM_UNIT_ID" val="diagram20205920_3*n_h_h_i*1_2_3_6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2"/>
  <p:tag name="KSO_WM_UNIT_ID" val="diagram20205920_3*n_h_h_i*1_2_3_2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LINE_FORE_SCHEMECOLOR_INDEX_BRIGHTNESS" val="-0.25"/>
  <p:tag name="KSO_WM_UNIT_LINE_FORE_SCHEMECOLOR_INDEX" val="14"/>
  <p:tag name="KSO_WM_UNIT_LINE_FILL_TYPE" val="2"/>
  <p:tag name="KSO_WM_UNIT_USESOURCEFORMAT_APPLY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1"/>
  <p:tag name="KSO_WM_UNIT_ID" val="diagram20205920_3*n_h_h_i*1_2_3_1"/>
  <p:tag name="KSO_WM_TEMPLATE_CATEGORY" val="diagram"/>
  <p:tag name="KSO_WM_TEMPLATE_INDEX" val="20205920"/>
  <p:tag name="KSO_WM_UNIT_LAYERLEVEL" val="1_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128.xml><?xml version="1.0" encoding="utf-8"?>
<p:tagLst xmlns:p="http://schemas.openxmlformats.org/presentationml/2006/main">
  <p:tag name="KSO_WM_BEAUTIFY_FLAG" val="#wm#"/>
  <p:tag name="KSO_WM_TEMPLATE_CATEGORY" val="diagram"/>
  <p:tag name="KSO_WM_TEMPLATE_INDEX" val="20213499"/>
  <p:tag name="KSO_WM_SLIDE_ID" val="diagram20213499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44"/>
  <p:tag name="KSO_WM_SLIDE_POSITION" val="0*0"/>
  <p:tag name="KSO_WM_TAG_VERSION" val="1.0"/>
  <p:tag name="KSO_WM_SLIDE_LAYOUT" val="a_d"/>
  <p:tag name="KSO_WM_SLIDE_LAYOUT_CNT" val="1_2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CHIP_DECFILLPROP" val="[]"/>
  <p:tag name="KSO_WM_SLIDE_CAN_ADD_NAVIGATION" val="1"/>
  <p:tag name="KSO_WM_CHIP_GROUPID" val="5ed8bf58afe44fab1839c20c"/>
  <p:tag name="KSO_WM_SLIDE_BACKGROUND_TYPE" val="navigation"/>
  <p:tag name="KSO_WM_SLIDE_SUPPORT_FEATURE_TYPE" val="0"/>
  <p:tag name="KSO_WM_TEMPLATE_ASSEMBLE_XID" val="639b2d1f0c9383becdea80bf"/>
  <p:tag name="KSO_WM_TEMPLATE_ASSEMBLE_GROUPID" val="639b2d1f0c9383becdea80bf"/>
  <p:tag name="FIXED_XID_TMP" val="5f5ee1ca4d6848d78f644aeb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69.14268371857665},&quot;minSize&quot;:{&quot;size1&quot;:26.64268371857664},&quot;normalSize&quot;:{&quot;size1&quot;:26.79893371857664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2536_5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c"/>
  <p:tag name="KSO_WM_UNIT_DEC_AREA_ID" val="e724edf3836145948d32a30ded149d9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926a419df9b480cb8c80c248ce94512"/>
  <p:tag name="KSO_WM_SLIDE_BACKGROUND_TYPE" val="navigation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a1ebd9ca35ca471f955362afdc2c330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a69e03938d49c59c49fd15e79947cd"/>
  <p:tag name="KSO_WM_SLIDE_BACKGROUND_TYPE" val="navigation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3dbb0dc744c742a1acf2c6ef9ab4a42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e854c2da57147eda354dc11af19b763"/>
  <p:tag name="KSO_WM_SLIDE_BACKGROUND_TYPE" val="navigation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21_1*a*1"/>
  <p:tag name="KSO_WM_TEMPLATE_CATEGORY" val="diagram"/>
  <p:tag name="KSO_WM_TEMPLATE_INDEX" val="20215821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6967b7cbfdd49db98dac943c921b42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fbfbb0fc61064a90acaa69246cc83bf9"/>
  <p:tag name="KSO_WM_UNIT_TEXT_FILL_FORE_SCHEMECOLOR_INDEX_BRIGHTNESS" val="0"/>
  <p:tag name="KSO_WM_UNIT_TEXT_FILL_FORE_SCHEMECOLOR_INDEX" val="13"/>
  <p:tag name="KSO_WM_UNIT_TEXT_FILL_TYPE" val="1"/>
  <p:tag name="KSO_WM_TEMPLATE_ASSEMBLE_XID" val="60656fc04054ed1e2fb80fac"/>
  <p:tag name="KSO_WM_TEMPLATE_ASSEMBLE_GROUPID" val="60656fc04054ed1e2fb80fac"/>
</p:tagLst>
</file>

<file path=ppt/tags/tag133.xml><?xml version="1.0" encoding="utf-8"?>
<p:tagLst xmlns:p="http://schemas.openxmlformats.org/presentationml/2006/main">
  <p:tag name="KSO_WM_UNIT_VALUE" val="1311*1269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5821_1*d*1"/>
  <p:tag name="KSO_WM_TEMPLATE_CATEGORY" val="diagram"/>
  <p:tag name="KSO_WM_TEMPLATE_INDEX" val="20215821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72724b5f8f7d49fd87ad8a10f5f2704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170633e9b5804ede9614deac90e3a027"/>
  <p:tag name="KSO_WM_UNIT_PLACING_PICTURE" val="170633e9b5804ede9614deac90e3a027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TEMPLATE_ASSEMBLE_XID" val="60656fc04054ed1e2fb80fac"/>
  <p:tag name="KSO_WM_TEMPLATE_ASSEMBLE_GROUPID" val="60656fc04054ed1e2fb80fac"/>
  <p:tag name="KSO_WM_UNIT_PLACING_PICTURE_USER_VIEWPORT" val="{&quot;height&quot;:4380.325984251968,&quot;width&quot;:3187.6503937007874}"/>
  <p:tag name="KSO_WM_UNIT_PLACING_PICTURE_INFO" val="{&quot;code&quot;:&quot;A[1]&quot;,&quot;full_picture&quot;:true,&quot;last_full_picture&quot;:&quot;A[1]&quot;,&quot;margin&quot;:{&quot;left&quot;:82.85778689545813,&quot;right&quot;:84.76169494054909},&quot;scheme&quot;:&quot;2-0&quot;,&quot;spacing&quot;:5}"/>
  <p:tag name="KSO_WM_UNIT_PLACING_PICTURE_USER_VIEWPORT_SMARTMENU" val="{&quot;height&quot;:4380.326100257312,&quot;width&quot;:3187.650036131418}"/>
  <p:tag name="KSO_WM_UNIT_PLACING_PICTURE_USER_RELATIVERECTANGLE_SMARTMENU" val="{&quot;bottom&quot;:0,&quot;left&quot;:0,&quot;right&quot;:0,&quot;top&quot;:0}"/>
</p:tagLst>
</file>

<file path=ppt/tags/tag134.xml><?xml version="1.0" encoding="utf-8"?>
<p:tagLst xmlns:p="http://schemas.openxmlformats.org/presentationml/2006/main">
  <p:tag name="KSO_WM_UNIT_VALUE" val="1311*1269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5821_1*d*1"/>
  <p:tag name="KSO_WM_TEMPLATE_CATEGORY" val="diagram"/>
  <p:tag name="KSO_WM_TEMPLATE_INDEX" val="20215821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72724b5f8f7d49fd87ad8a10f5f2704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170633e9b5804ede9614deac90e3a027"/>
  <p:tag name="KSO_WM_UNIT_PLACING_PICTURE" val="170633e9b5804ede9614deac90e3a027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TEMPLATE_ASSEMBLE_XID" val="60656fc04054ed1e2fb80fac"/>
  <p:tag name="KSO_WM_TEMPLATE_ASSEMBLE_GROUPID" val="60656fc04054ed1e2fb80fac"/>
  <p:tag name="KSO_WM_UNIT_PLACING_PICTURE_USER_VIEWPORT" val="{&quot;height&quot;:2909.7133858267716,&quot;width&quot;:3187.6503937007874}"/>
  <p:tag name="KSO_WM_UNIT_PLACING_PICTURE_INFO" val="{&quot;code&quot;:&quot;A[1]&quot;,&quot;full_picture&quot;:true,&quot;last_full_picture&quot;:&quot;A[1]&quot;,&quot;margin&quot;:{&quot;left&quot;:82.85778689545813,&quot;right&quot;:84.76169494054909},&quot;scheme&quot;:&quot;2-0&quot;,&quot;spacing&quot;:5}"/>
  <p:tag name="KSO_WM_UNIT_PLACING_PICTURE_USER_VIEWPORT_SMARTMENU" val="{&quot;height&quot;:2909.7135725942508,&quot;width&quot;:3187.650036131418}"/>
  <p:tag name="KSO_WM_UNIT_PLACING_PICTURE_USER_RELATIVERECTANGLE_SMARTMENU" val="{&quot;bottom&quot;:0,&quot;left&quot;:0,&quot;right&quot;:0,&quot;top&quot;:0}"/>
</p:tagLst>
</file>

<file path=ppt/tags/tag13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21_1*f*1"/>
  <p:tag name="KSO_WM_TEMPLATE_CATEGORY" val="diagram"/>
  <p:tag name="KSO_WM_TEMPLATE_INDEX" val="2021582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2"/>
  <p:tag name="KSO_WM_UNIT_SHOW_EDIT_AREA_INDICATION" val="1"/>
  <p:tag name="KSO_WM_CHIP_GROUPID" val="5e6b05596848fb12bee65ac8"/>
  <p:tag name="KSO_WM_CHIP_XID" val="5e6b05596848fb12bee65aca"/>
  <p:tag name="KSO_WM_UNIT_DEC_AREA_ID" val="b2e0fc33c8fb4226b2c7912eabade10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f236953d9354eba87d4571f82370dc3"/>
  <p:tag name="KSO_WM_UNIT_TEXT_FILL_FORE_SCHEMECOLOR_INDEX_BRIGHTNESS" val="0.25"/>
  <p:tag name="KSO_WM_UNIT_TEXT_FILL_FORE_SCHEMECOLOR_INDEX" val="13"/>
  <p:tag name="KSO_WM_UNIT_TEXT_FILL_TYPE" val="1"/>
  <p:tag name="KSO_WM_TEMPLATE_ASSEMBLE_XID" val="60656fc04054ed1e2fb80fac"/>
  <p:tag name="KSO_WM_TEMPLATE_ASSEMBLE_GROUPID" val="60656fc04054ed1e2fb80fac"/>
</p:tagLst>
</file>

<file path=ppt/tags/tag136.xml><?xml version="1.0" encoding="utf-8"?>
<p:tagLst xmlns:p="http://schemas.openxmlformats.org/presentationml/2006/main">
  <p:tag name="KSO_WM_UNIT_BLOCK" val="0"/>
  <p:tag name="KSO_WM_UNIT_SM_LIMIT_TYPE" val="2"/>
  <p:tag name="KSO_WM_UNIT_DEC_AREA_ID" val="fc81cb14038b43bcb7ca0b9f10fe60f7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5821_1*i*2"/>
  <p:tag name="KSO_WM_TEMPLATE_CATEGORY" val="diagram"/>
  <p:tag name="KSO_WM_TEMPLATE_INDEX" val="20215821"/>
  <p:tag name="KSO_WM_UNIT_LAYERLEVEL" val="1"/>
  <p:tag name="KSO_WM_TAG_VERSION" val="1.0"/>
  <p:tag name="KSO_WM_BEAUTIFY_FLAG" val="#wm#"/>
  <p:tag name="KSO_WM_UNIT_DECORATE_INFO" val="{&quot;ReferentInfo&quot;:{&quot;Id&quot;:&quot;slide&quot;,&quot;X&quot;:{&quot;Pos&quot;:2},&quot;Y&quot;:{&quot;Pos&quot;:2}},&quot;DecorateInfoX&quot;:{&quot;Pos&quot;:2,&quot;IsAbs&quot;:false},&quot;DecorateInfoY&quot;:{&quot;Pos&quot;:2,&quot;IsAbs&quot;:false},&quot;DecorateInfoW&quot;:{&quot;IsAbs&quot;:false},&quot;DecorateInfoH&quot;:{&quot;IsAbs&quot;:false},&quot;whChangeMode&quot;:0}"/>
  <p:tag name="KSO_WM_CHIP_GROUPID" val="5f5ee1ca4d6848d78f644aeb"/>
  <p:tag name="KSO_WM_CHIP_XID" val="5f5f3b6e8e478fb0c58a9422"/>
  <p:tag name="KSO_WM_TEMPLATE_ASSEMBLE_XID" val="60656fc04054ed1e2fb80fac"/>
  <p:tag name="KSO_WM_TEMPLATE_ASSEMBLE_GROUPID" val="60656fc04054ed1e2fb80fac"/>
</p:tagLst>
</file>

<file path=ppt/tags/tag137.xml><?xml version="1.0" encoding="utf-8"?>
<p:tagLst xmlns:p="http://schemas.openxmlformats.org/presentationml/2006/main">
  <p:tag name="KSO_WM_BEAUTIFY_FLAG" val="#wm#"/>
  <p:tag name="KSO_WM_TEMPLATE_CATEGORY" val="diagram"/>
  <p:tag name="KSO_WM_TEMPLATE_INDEX" val="20215821"/>
  <p:tag name="KSO_WM_SLIDE_ID" val="diagram20215821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539"/>
  <p:tag name="KSO_WM_SLIDE_POSITION" val="0*0"/>
  <p:tag name="KSO_WM_TAG_VERSION" val="1.0"/>
  <p:tag name="KSO_WM_SLIDE_LAYOUT" val="a_d_f"/>
  <p:tag name="KSO_WM_SLIDE_LAYOUT_CNT" val="1_1_1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e8e478fb0c58a9422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features&quot;:[&quot;collage&quot;,&quot;carousel&quot;],&quot;support_big_font&quot;:false,&quot;picture_toward&quot;:0,&quot;picture_dockside&quot;:[],&quot;fill_id&quot;:&quot;dbd48f1022174d91a904003a42a44ec0&quot;,&quot;fill_align&quot;:&quot;cm&quot;,&quot;chip_types&quot;:[&quot;diagram&quot;,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6d37605f4ba842028aff7707b4ec7ce0&quot;,&quot;fill_align&quot;:&quot;cm&quot;,&quot;chip_types&quot;:[&quot;text&quot;]}]]"/>
  <p:tag name="KSO_WM_CHIP_DECFILLPROP" val="[]"/>
  <p:tag name="KSO_WM_SLIDE_CAN_ADD_NAVIGATION" val="1"/>
  <p:tag name="KSO_WM_CHIP_GROUPID" val="5f5ee1ca4d6848d78f644aeb"/>
  <p:tag name="KSO_WM_SLIDE_BACKGROUND_TYPE" val="navigation"/>
  <p:tag name="KSO_WM_SLIDE_SUPPORT_FEATURE_TYPE" val="3"/>
  <p:tag name="KSO_WM_TEMPLATE_ASSEMBLE_XID" val="60656fc04054ed1e2fb80fac"/>
  <p:tag name="KSO_WM_TEMPLATE_ASSEMBLE_GROUPID" val="60656fc04054ed1e2fb80fac"/>
  <p:tag name="FIXED_XID_TMP" val="5f5ee1ca4d6848d78f644aeb"/>
  <p:tag name="KSO_WM_TEMPLATE_THUMBS_INDEX" val="1、4、7、12、13、14、15、16、17、18、20、24、25、28、33、36、40、43、44"/>
  <p:tag name="KSO_WM_SLIDE_LAYOUT_INFO" val="{&quot;id&quot;:&quot;2021-04-01T16:02:01&quot;,&quot;maxSize&quot;:{&quot;size1&quot;:13.2},&quot;minSize&quot;:{&quot;size1&quot;:13.2},&quot;normalSize&quot;:{&quot;size1&quot;:13.2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6:02:01&quot;,&quot;margin&quot;:{&quot;bottom&quot;:0.3970000147819519,&quot;left&quot;:1.2699999809265137,&quot;right&quot;:1.2699999809265137,&quot;top&quot;:0.4230000674724579},&quot;type&quot;:0},{&quot;direction&quot;:1,&quot;id&quot;:&quot;2021-04-01T16:02:01&quot;,&quot;maxSize&quot;:{&quot;size1&quot;:66.199979652445},&quot;minSize&quot;:{&quot;size1&quot;:38.79997965244498},&quot;normalSize&quot;:{&quot;size1&quot;:39.162479652444986},&quot;subLayout&quot;:[{&quot;id&quot;:&quot;2021-04-01T16:02:01&quot;,&quot;margin&quot;:{&quot;bottom&quot;:1.6929999589920044,&quot;left&quot;:1.6929999589920044,&quot;right&quot;:0.02600000612437725,&quot;top&quot;:1.720000147819519},&quot;type&quot;:0},{&quot;id&quot;:&quot;2021-04-01T16:02:01&quot;,&quot;margin&quot;:{&quot;bottom&quot;:1.6929999589920044,&quot;left&quot;:1.2430000305175781,&quot;right&quot;:1.6929999589920044,&quot;top&quot;:1.6929999589920044},&quot;type&quot;:0}],&quot;type&quot;:0}],&quot;type&quot;:0}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2536_5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c"/>
  <p:tag name="KSO_WM_UNIT_DEC_AREA_ID" val="e724edf3836145948d32a30ded149d9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926a419df9b480cb8c80c248ce94512"/>
  <p:tag name="KSO_WM_SLIDE_BACKGROUND_TYPE" val="navigation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a1ebd9ca35ca471f955362afdc2c330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a69e03938d49c59c49fd15e79947cd"/>
  <p:tag name="KSO_WM_SLIDE_BACKGROUND_TYPE" val="navigation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3dbb0dc744c742a1acf2c6ef9ab4a42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e854c2da57147eda354dc11af19b763"/>
  <p:tag name="KSO_WM_SLIDE_BACKGROUND_TYPE" val="navigation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7780_1*a*1"/>
  <p:tag name="KSO_WM_TEMPLATE_CATEGORY" val="diagram"/>
  <p:tag name="KSO_WM_TEMPLATE_INDEX" val="20207780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47fff408354345d2b350a42e1dcd95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0c5b929a8fae4eadaf42e69c32dd76b0"/>
  <p:tag name="KSO_WM_UNIT_TEXT_FILL_FORE_SCHEMECOLOR_INDEX_BRIGHTNESS" val="0"/>
  <p:tag name="KSO_WM_UNIT_TEXT_FILL_FORE_SCHEMECOLOR_INDEX" val="13"/>
  <p:tag name="KSO_WM_UNIT_TEXT_FILL_TYPE" val="1"/>
  <p:tag name="KSO_WM_TEMPLATE_ASSEMBLE_XID" val="638896a10c9383becde4cd6c"/>
  <p:tag name="KSO_WM_TEMPLATE_ASSEMBLE_GROUPID" val="638896a10c9383becde4cd6c"/>
</p:tagLst>
</file>

<file path=ppt/tags/tag142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780_1*f*1"/>
  <p:tag name="KSO_WM_TEMPLATE_CATEGORY" val="diagram"/>
  <p:tag name="KSO_WM_TEMPLATE_INDEX" val="20207780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60"/>
  <p:tag name="KSO_WM_UNIT_SHOW_EDIT_AREA_INDICATION" val="1"/>
  <p:tag name="KSO_WM_CHIP_GROUPID" val="5e6b05596848fb12bee65ac8"/>
  <p:tag name="KSO_WM_CHIP_XID" val="5e6b05596848fb12bee65aca"/>
  <p:tag name="KSO_WM_UNIT_DEC_AREA_ID" val="d455e1c7a7e74a678346b25b0e6fa81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02111354e2164d6491a66ac032bd082a"/>
  <p:tag name="KSO_WM_UNIT_TEXT_FILL_FORE_SCHEMECOLOR_INDEX_BRIGHTNESS" val="0.25"/>
  <p:tag name="KSO_WM_UNIT_TEXT_FILL_FORE_SCHEMECOLOR_INDEX" val="13"/>
  <p:tag name="KSO_WM_UNIT_TEXT_FILL_TYPE" val="1"/>
  <p:tag name="KSO_WM_TEMPLATE_ASSEMBLE_XID" val="638896a10c9383becde4cd6c"/>
  <p:tag name="KSO_WM_TEMPLATE_ASSEMBLE_GROUPID" val="638896a10c9383becde4cd6c"/>
</p:tagLst>
</file>

<file path=ppt/tags/tag143.xml><?xml version="1.0" encoding="utf-8"?>
<p:tagLst xmlns:p="http://schemas.openxmlformats.org/presentationml/2006/main">
  <p:tag name="KSO_WM_UNIT_BLOCK" val="0"/>
  <p:tag name="KSO_WM_UNIT_SM_LIMIT_TYPE" val="2"/>
  <p:tag name="KSO_WM_UNIT_DEC_AREA_ID" val="764ff9f53ceb4fd39c84c667a72dbba8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diagram20207780_1*d*1"/>
  <p:tag name="KSO_WM_TEMPLATE_CATEGORY" val="diagram"/>
  <p:tag name="KSO_WM_TEMPLATE_INDEX" val="20207780"/>
  <p:tag name="KSO_WM_UNIT_LAYERLEVEL" val="1"/>
  <p:tag name="KSO_WM_TAG_VERSION" val="1.0"/>
  <p:tag name="KSO_WM_BEAUTIFY_FLAG" val="#wm#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e7310da9a230a26b9e88a19"/>
  <p:tag name="KSO_WM_CHIP_XID" val="5e7310da9a230a26b9e88a1a"/>
  <p:tag name="KSO_WM_TEMPLATE_ASSEMBLE_XID" val="638896a10c9383becde4cd6c"/>
  <p:tag name="KSO_WM_TEMPLATE_ASSEMBLE_GROUPID" val="638896a10c9383becde4cd6c"/>
  <p:tag name="KSO_WM_UNIT_VALUE" val="804*1438"/>
  <p:tag name="KSO_WM_CHIP_FILLAREA_FILL_RULE" val="{&quot;fill_align&quot;:&quot;lm&quot;,&quot;fill_mode&quot;:&quot;full&quot;,&quot;sacle_strategy&quot;:&quot;smart&quot;}"/>
  <p:tag name="KSO_WM_ASSEMBLE_CHIP_INDEX" val="9a4415ce0117434389cdfbde783d37fd"/>
  <p:tag name="KSO_WM_UNIT_PLACING_PICTURE" val="9a4415ce0117434389cdfbde783d37fd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PLACING_PICTURE_USER_VIEWPORT" val="{&quot;height&quot;:3062.6661417322834,&quot;width&quot;:4214.765354330709}"/>
  <p:tag name="KSO_WM_UNIT_PLACING_PICTURE_INFO" val="{&quot;code&quot;:&quot;Ba&quot;,&quot;full_picture&quot;:true,&quot;last_full_picture&quot;:&quot;Ba&quot;,&quot;margin&quot;:{&quot;bottom&quot;:35.73648241102023,&quot;top&quot;:35.707322119374396},&quot;scheme&quot;:&quot;3-0&quot;,&quot;spacing&quot;:5}"/>
  <p:tag name="KSO_WM_UNIT_PLACING_PICTURE_USER_VIEWPORT_SMARTMENU" val="{&quot;height&quot;:3411.8827501294754,&quot;width&quot;:4726.311440969148}"/>
  <p:tag name="KSO_WM_UNIT_PLACING_PICTURE_USER_RELATIVERECTANGLE_SMARTMENU" val="{&quot;bottom&quot;:0,&quot;left&quot;:0,&quot;right&quot;:0,&quot;top&quot;:0}"/>
</p:tagLst>
</file>

<file path=ppt/tags/tag144.xml><?xml version="1.0" encoding="utf-8"?>
<p:tagLst xmlns:p="http://schemas.openxmlformats.org/presentationml/2006/main">
  <p:tag name="KSO_WM_UNIT_PLACING_PICTURE_USER_VIEWPORT" val="{&quot;height&quot;:5569,&quot;width&quot;:10576}"/>
  <p:tag name="KSO_WM_UNIT_VALUE" val="804*1438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07780_1*d*1"/>
  <p:tag name="KSO_WM_TEMPLATE_CATEGORY" val="diagram"/>
  <p:tag name="KSO_WM_TEMPLATE_INDEX" val="20207780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764ff9f53ceb4fd39c84c667a72dbba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9a4415ce0117434389cdfbde783d37fd"/>
  <p:tag name="KSO_WM_UNIT_PLACING_PICTURE" val="9a4415ce0117434389cdfbde783d37fd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TEMPLATE_ASSEMBLE_XID" val="638896a10c9383becde4cd6c"/>
  <p:tag name="KSO_WM_TEMPLATE_ASSEMBLE_GROUPID" val="638896a10c9383becde4cd6c"/>
  <p:tag name="KSO_WM_UNIT_PLACING_PICTURE_INFO" val="{&quot;code&quot;:&quot;Ba&quot;,&quot;full_picture&quot;:true,&quot;last_full_picture&quot;:&quot;Ba&quot;,&quot;margin&quot;:{&quot;bottom&quot;:35.73648241102023,&quot;top&quot;:35.707322119374396},&quot;scheme&quot;:&quot;3-0&quot;,&quot;spacing&quot;:5}"/>
  <p:tag name="KSO_WM_UNIT_PLACING_PICTURE_USER_VIEWPORT_SMARTMENU" val="{&quot;height&quot;:2431.601999106381,&quot;width&quot;:4726.311440969148}"/>
  <p:tag name="KSO_WM_UNIT_PLACING_PICTURE_USER_RELATIVERECTANGLE_SMARTMENU" val="{&quot;bottom&quot;:0,&quot;left&quot;:0,&quot;right&quot;:0,&quot;top&quot;:0}"/>
</p:tagLst>
</file>

<file path=ppt/tags/tag145.xml><?xml version="1.0" encoding="utf-8"?>
<p:tagLst xmlns:p="http://schemas.openxmlformats.org/presentationml/2006/main">
  <p:tag name="KSO_WM_UNIT_PLACING_PICTURE_USER_VIEWPORT" val="{&quot;height&quot;:7391,&quot;width&quot;:6451}"/>
  <p:tag name="KSO_WM_UNIT_VALUE" val="804*1438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07780_1*d*1"/>
  <p:tag name="KSO_WM_TEMPLATE_CATEGORY" val="diagram"/>
  <p:tag name="KSO_WM_TEMPLATE_INDEX" val="20207780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764ff9f53ceb4fd39c84c667a72dbba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9a4415ce0117434389cdfbde783d37fd"/>
  <p:tag name="KSO_WM_UNIT_PLACING_PICTURE" val="9a4415ce0117434389cdfbde783d37fd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TEMPLATE_ASSEMBLE_XID" val="638896a10c9383becde4cd6c"/>
  <p:tag name="KSO_WM_TEMPLATE_ASSEMBLE_GROUPID" val="638896a10c9383becde4cd6c"/>
  <p:tag name="KSO_WM_UNIT_PLACING_PICTURE_INFO" val="{&quot;code&quot;:&quot;Ba&quot;,&quot;full_picture&quot;:true,&quot;last_full_picture&quot;:&quot;Ba&quot;,&quot;margin&quot;:{&quot;bottom&quot;:35.73648241102023,&quot;top&quot;:35.707322119374396},&quot;scheme&quot;:&quot;3-0&quot;,&quot;spacing&quot;:5}"/>
  <p:tag name="KSO_WM_UNIT_PLACING_PICTURE_USER_VIEWPORT_SMARTMENU" val="{&quot;height&quot;:5993.484749235857,&quot;width&quot;:5184.548544382415}"/>
  <p:tag name="KSO_WM_UNIT_PLACING_PICTURE_USER_RELATIVERECTANGLE_SMARTMENU" val="{&quot;bottom&quot;:0,&quot;left&quot;:0,&quot;right&quot;:0,&quot;top&quot;:0}"/>
</p:tagLst>
</file>

<file path=ppt/tags/tag146.xml><?xml version="1.0" encoding="utf-8"?>
<p:tagLst xmlns:p="http://schemas.openxmlformats.org/presentationml/2006/main">
  <p:tag name="KSO_WM_BEAUTIFY_FLAG" val="#wm#"/>
  <p:tag name="KSO_WM_TEMPLATE_CATEGORY" val="diagram"/>
  <p:tag name="KSO_WM_TEMPLATE_INDEX" val="20207780"/>
  <p:tag name="KSO_WM_SLIDE_ID" val="diagram20207780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20"/>
  <p:tag name="KSO_WM_SLIDE_POSITION" val="0*0"/>
  <p:tag name="KSO_WM_TAG_VERSION" val="1.0"/>
  <p:tag name="KSO_WM_SLIDE_LAYOUT" val="a_d_f"/>
  <p:tag name="KSO_WM_SLIDE_LAYOUT_CNT" val="1_1_1"/>
  <p:tag name="KSO_WM_SLIDE_BACKGROUND" val="[&quot;general&quot;,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edaffaaa51720c6c8f4f96"/>
  <p:tag name="KSO_WM_CHIP_FILLPROP" val="[[{&quot;text_align&quot;:&quot;lm&quot;,&quot;text_direction&quot;:&quot;horizontal&quot;,&quot;support_big_font&quot;:false,&quot;picture_toward&quot;:0,&quot;picture_dockside&quot;:[],&quot;fill_id&quot;:&quot;64fef733638246a6b31168fcca795b6c&quot;,&quot;fill_align&quot;:&quot;lm&quot;,&quot;chip_types&quot;:[&quot;header&quot;]},{&quot;text_align&quot;:&quot;lm&quot;,&quot;text_direction&quot;:&quot;horizontal&quot;,&quot;support_big_font&quot;:false,&quot;picture_toward&quot;:0,&quot;picture_dockside&quot;:[],&quot;fill_id&quot;:&quot;e7350a276e1b487dbd111a1392cc20e6&quot;,&quot;fill_align&quot;:&quot;lm&quot;,&quot;chip_types&quot;:[&quot;text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d80f169e8ede4174b58d7a712e746ee0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64fef733638246a6b31168fcca795b6c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7350a276e1b487dbd111a1392cc20e6&quot;,&quot;fill_align&quot;:&quot;l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d80f169e8ede4174b58d7a712e746ee0&quot;,&quot;fill_align&quot;:&quot;lm&quot;,&quot;chip_types&quot;:[&quot;text&quot;]}],[{&quot;text_align&quot;:&quot;lm&quot;,&quot;text_direction&quot;:&quot;horizontal&quot;,&quot;support_big_font&quot;:false,&quot;picture_toward&quot;:0,&quot;picture_dockside&quot;:[],&quot;fill_id&quot;:&quot;64fef733638246a6b31168fcca795b6c&quot;,&quot;fill_align&quot;:&quot;lm&quot;,&quot;chip_types&quot;:[&quot;header&quot;]},{&quot;text_align&quot;:&quot;lm&quot;,&quot;text_direction&quot;:&quot;horizontal&quot;,&quot;support_big_font&quot;:false,&quot;picture_toward&quot;:0,&quot;picture_dockside&quot;:[],&quot;fill_id&quot;:&quot;e7350a276e1b487dbd111a1392cc20e6&quot;,&quot;fill_align&quot;:&quot;lm&quot;,&quot;chip_types&quot;:[&quot;text&quot;,&quot;picture&quot;]},{&quot;text_align&quot;:&quot;lm&quot;,&quot;text_direction&quot;:&quot;horizontal&quot;,&quot;support_big_font&quot;:false,&quot;picture_toward&quot;:0,&quot;picture_dockside&quot;:[],&quot;fill_id&quot;:&quot;d80f169e8ede4174b58d7a712e746ee0&quot;,&quot;fill_align&quot;:&quot;lm&quot;,&quot;chip_types&quot;:[&quot;text&quot;,&quot;picture&quot;]}]]"/>
  <p:tag name="KSO_WM_CHIP_DECFILLPROP" val="[]"/>
  <p:tag name="KSO_WM_SLIDE_CAN_ADD_NAVIGATION" val="1"/>
  <p:tag name="KSO_WM_CHIP_GROUPID" val="5eedaffaaa51720c6c8f4f95"/>
  <p:tag name="KSO_WM_SLIDE_BACKGROUND_TYPE" val="navigation"/>
  <p:tag name="KSO_WM_SLIDE_SUPPORT_FEATURE_TYPE" val="7"/>
  <p:tag name="KSO_WM_TEMPLATE_ASSEMBLE_XID" val="638896a10c9383becde4cd6c"/>
  <p:tag name="KSO_WM_TEMPLATE_ASSEMBLE_GROUPID" val="638896a10c9383becde4cd6c"/>
  <p:tag name="FIXED_XID_TMP" val="5f5ee1ca4d6848d78f644aeb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12-01T19:57:21&quot;,&quot;maxSize&quot;:{&quot;size1&quot;:13.5},&quot;minSize&quot;:{&quot;size1&quot;:13.5},&quot;normalSize&quot;:{&quot;size1&quot;:13.5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1T19:57:21&quot;,&quot;margin&quot;:{&quot;bottom&quot;:0.44999995827674866,&quot;left&quot;:1.2699999809265137,&quot;right&quot;:1.2699999809265137,&quot;top&quot;:0.4230000674724579},&quot;type&quot;:0},{&quot;direction&quot;:1,&quot;id&quot;:&quot;2022-12-01T19:57:21&quot;,&quot;maxSize&quot;:{&quot;size1&quot;:62.450135467176246},&quot;minSize&quot;:{&quot;size1&quot;:42.450135467176246},&quot;normalSize&quot;:{&quot;size1&quot;:42.450135467176246},&quot;subLayout&quot;:[{&quot;id&quot;:&quot;2022-12-01T19:57:21&quot;,&quot;margin&quot;:{&quot;bottom&quot;:1.6929999589920044,&quot;left&quot;:1.6929999589920044,&quot;right&quot;:1.6670000553131104,&quot;top&quot;:1.6929999589920044},&quot;type&quot;:0},{&quot;id&quot;:&quot;2022-12-01T19:57:21&quot;,&quot;margin&quot;:{&quot;bottom&quot;:1.6929999589920044,&quot;left&quot;:0.02600000612437725,&quot;right&quot;:1.6929999589920044,&quot;top&quot;:1.6929999589920044},&quot;type&quot;:0}],&quot;type&quot;:0}],&quot;type&quot;:0}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2536_5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c"/>
  <p:tag name="KSO_WM_UNIT_DEC_AREA_ID" val="e724edf3836145948d32a30ded149d9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926a419df9b480cb8c80c248ce94512"/>
  <p:tag name="KSO_WM_SLIDE_BACKGROUND_TYPE" val="navigation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a1ebd9ca35ca471f955362afdc2c330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a69e03938d49c59c49fd15e79947cd"/>
  <p:tag name="KSO_WM_SLIDE_BACKGROUND_TYPE" val="navigation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3dbb0dc744c742a1acf2c6ef9ab4a42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e854c2da57147eda354dc11af19b763"/>
  <p:tag name="KSO_WM_SLIDE_BACKGROUND_TYPE" val="navigation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7780_1*a*1"/>
  <p:tag name="KSO_WM_TEMPLATE_CATEGORY" val="diagram"/>
  <p:tag name="KSO_WM_TEMPLATE_INDEX" val="20207780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47fff408354345d2b350a42e1dcd95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0c5b929a8fae4eadaf42e69c32dd76b0"/>
  <p:tag name="KSO_WM_UNIT_TEXT_FILL_FORE_SCHEMECOLOR_INDEX_BRIGHTNESS" val="0"/>
  <p:tag name="KSO_WM_UNIT_TEXT_FILL_FORE_SCHEMECOLOR_INDEX" val="13"/>
  <p:tag name="KSO_WM_UNIT_TEXT_FILL_TYPE" val="1"/>
  <p:tag name="KSO_WM_TEMPLATE_ASSEMBLE_XID" val="638896a10c9383becde4cd6c"/>
  <p:tag name="KSO_WM_TEMPLATE_ASSEMBLE_GROUPID" val="638896a10c9383becde4cd6c"/>
</p:tagLst>
</file>

<file path=ppt/tags/tag151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780_1*f*1"/>
  <p:tag name="KSO_WM_TEMPLATE_CATEGORY" val="diagram"/>
  <p:tag name="KSO_WM_TEMPLATE_INDEX" val="20207780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60"/>
  <p:tag name="KSO_WM_UNIT_SHOW_EDIT_AREA_INDICATION" val="1"/>
  <p:tag name="KSO_WM_CHIP_GROUPID" val="5e6b05596848fb12bee65ac8"/>
  <p:tag name="KSO_WM_CHIP_XID" val="5e6b05596848fb12bee65aca"/>
  <p:tag name="KSO_WM_UNIT_DEC_AREA_ID" val="d455e1c7a7e74a678346b25b0e6fa81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02111354e2164d6491a66ac032bd082a"/>
  <p:tag name="KSO_WM_UNIT_TEXT_FILL_FORE_SCHEMECOLOR_INDEX_BRIGHTNESS" val="0.25"/>
  <p:tag name="KSO_WM_UNIT_TEXT_FILL_FORE_SCHEMECOLOR_INDEX" val="13"/>
  <p:tag name="KSO_WM_UNIT_TEXT_FILL_TYPE" val="1"/>
  <p:tag name="KSO_WM_TEMPLATE_ASSEMBLE_XID" val="638896a10c9383becde4cd6c"/>
  <p:tag name="KSO_WM_TEMPLATE_ASSEMBLE_GROUPID" val="638896a10c9383becde4cd6c"/>
</p:tagLst>
</file>

<file path=ppt/tags/tag152.xml><?xml version="1.0" encoding="utf-8"?>
<p:tagLst xmlns:p="http://schemas.openxmlformats.org/presentationml/2006/main">
  <p:tag name="KSO_WM_UNIT_PLACING_PICTURE_USER_VIEWPORT" val="{&quot;height&quot;:5709,&quot;width&quot;:11510}"/>
</p:tagLst>
</file>

<file path=ppt/tags/tag153.xml><?xml version="1.0" encoding="utf-8"?>
<p:tagLst xmlns:p="http://schemas.openxmlformats.org/presentationml/2006/main">
  <p:tag name="KSO_WM_UNIT_PLACING_PICTURE_USER_VIEWPORT" val="{&quot;height&quot;:6684,&quot;width&quot;:7750}"/>
</p:tagLst>
</file>

<file path=ppt/tags/tag154.xml><?xml version="1.0" encoding="utf-8"?>
<p:tagLst xmlns:p="http://schemas.openxmlformats.org/presentationml/2006/main">
  <p:tag name="KSO_WM_BEAUTIFY_FLAG" val="#wm#"/>
  <p:tag name="KSO_WM_TEMPLATE_CATEGORY" val="diagram"/>
  <p:tag name="KSO_WM_TEMPLATE_INDEX" val="20207780"/>
  <p:tag name="KSO_WM_SLIDE_ID" val="diagram20207780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20"/>
  <p:tag name="KSO_WM_SLIDE_POSITION" val="0*0"/>
  <p:tag name="KSO_WM_TAG_VERSION" val="1.0"/>
  <p:tag name="KSO_WM_SLIDE_LAYOUT" val="a_d_f"/>
  <p:tag name="KSO_WM_SLIDE_LAYOUT_CNT" val="1_1_1"/>
  <p:tag name="KSO_WM_SLIDE_BACKGROUND" val="[&quot;general&quot;,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edaffaaa51720c6c8f4f96"/>
  <p:tag name="KSO_WM_CHIP_FILLPROP" val="[[{&quot;text_align&quot;:&quot;lm&quot;,&quot;text_direction&quot;:&quot;horizontal&quot;,&quot;support_big_font&quot;:false,&quot;picture_toward&quot;:0,&quot;picture_dockside&quot;:[],&quot;fill_id&quot;:&quot;64fef733638246a6b31168fcca795b6c&quot;,&quot;fill_align&quot;:&quot;lm&quot;,&quot;chip_types&quot;:[&quot;header&quot;]},{&quot;text_align&quot;:&quot;lm&quot;,&quot;text_direction&quot;:&quot;horizontal&quot;,&quot;support_big_font&quot;:false,&quot;picture_toward&quot;:0,&quot;picture_dockside&quot;:[],&quot;fill_id&quot;:&quot;e7350a276e1b487dbd111a1392cc20e6&quot;,&quot;fill_align&quot;:&quot;lm&quot;,&quot;chip_types&quot;:[&quot;text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d80f169e8ede4174b58d7a712e746ee0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64fef733638246a6b31168fcca795b6c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7350a276e1b487dbd111a1392cc20e6&quot;,&quot;fill_align&quot;:&quot;l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d80f169e8ede4174b58d7a712e746ee0&quot;,&quot;fill_align&quot;:&quot;lm&quot;,&quot;chip_types&quot;:[&quot;text&quot;]}],[{&quot;text_align&quot;:&quot;lm&quot;,&quot;text_direction&quot;:&quot;horizontal&quot;,&quot;support_big_font&quot;:false,&quot;picture_toward&quot;:0,&quot;picture_dockside&quot;:[],&quot;fill_id&quot;:&quot;64fef733638246a6b31168fcca795b6c&quot;,&quot;fill_align&quot;:&quot;lm&quot;,&quot;chip_types&quot;:[&quot;header&quot;]},{&quot;text_align&quot;:&quot;lm&quot;,&quot;text_direction&quot;:&quot;horizontal&quot;,&quot;support_big_font&quot;:false,&quot;picture_toward&quot;:0,&quot;picture_dockside&quot;:[],&quot;fill_id&quot;:&quot;e7350a276e1b487dbd111a1392cc20e6&quot;,&quot;fill_align&quot;:&quot;lm&quot;,&quot;chip_types&quot;:[&quot;text&quot;,&quot;picture&quot;]},{&quot;text_align&quot;:&quot;lm&quot;,&quot;text_direction&quot;:&quot;horizontal&quot;,&quot;support_big_font&quot;:false,&quot;picture_toward&quot;:0,&quot;picture_dockside&quot;:[],&quot;fill_id&quot;:&quot;d80f169e8ede4174b58d7a712e746ee0&quot;,&quot;fill_align&quot;:&quot;lm&quot;,&quot;chip_types&quot;:[&quot;text&quot;,&quot;picture&quot;]}]]"/>
  <p:tag name="KSO_WM_CHIP_DECFILLPROP" val="[]"/>
  <p:tag name="KSO_WM_SLIDE_CAN_ADD_NAVIGATION" val="1"/>
  <p:tag name="KSO_WM_CHIP_GROUPID" val="5eedaffaaa51720c6c8f4f95"/>
  <p:tag name="KSO_WM_SLIDE_BACKGROUND_TYPE" val="navigation"/>
  <p:tag name="KSO_WM_SLIDE_SUPPORT_FEATURE_TYPE" val="7"/>
  <p:tag name="KSO_WM_TEMPLATE_ASSEMBLE_XID" val="638896a10c9383becde4cd6c"/>
  <p:tag name="KSO_WM_TEMPLATE_ASSEMBLE_GROUPID" val="638896a10c9383becde4cd6c"/>
  <p:tag name="FIXED_XID_TMP" val="5f5ee1ca4d6848d78f644aeb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12-01T19:57:21&quot;,&quot;maxSize&quot;:{&quot;size1&quot;:13.5},&quot;minSize&quot;:{&quot;size1&quot;:13.5},&quot;normalSize&quot;:{&quot;size1&quot;:13.5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1T19:57:21&quot;,&quot;margin&quot;:{&quot;bottom&quot;:0.44999995827674866,&quot;left&quot;:1.2699999809265137,&quot;right&quot;:1.2699999809265137,&quot;top&quot;:0.4230000674724579},&quot;type&quot;:0},{&quot;direction&quot;:1,&quot;id&quot;:&quot;2022-12-01T19:57:21&quot;,&quot;maxSize&quot;:{&quot;size1&quot;:62.450135467176246},&quot;minSize&quot;:{&quot;size1&quot;:42.450135467176246},&quot;normalSize&quot;:{&quot;size1&quot;:42.450135467176246},&quot;subLayout&quot;:[{&quot;id&quot;:&quot;2022-12-01T19:57:21&quot;,&quot;margin&quot;:{&quot;bottom&quot;:1.6929999589920044,&quot;left&quot;:1.6929999589920044,&quot;right&quot;:1.6670000553131104,&quot;top&quot;:1.6929999589920044},&quot;type&quot;:0},{&quot;id&quot;:&quot;2022-12-01T19:57:21&quot;,&quot;margin&quot;:{&quot;bottom&quot;:1.6929999589920044,&quot;left&quot;:0.02600000612437725,&quot;right&quot;:1.6929999589920044,&quot;top&quot;:1.6929999589920044},&quot;type&quot;:0}],&quot;type&quot;:0}],&quot;type&quot;:0}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2536_5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c"/>
  <p:tag name="KSO_WM_UNIT_DEC_AREA_ID" val="e724edf3836145948d32a30ded149d9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926a419df9b480cb8c80c248ce94512"/>
  <p:tag name="KSO_WM_SLIDE_BACKGROUND_TYPE" val="navigation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a1ebd9ca35ca471f955362afdc2c330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a69e03938d49c59c49fd15e79947cd"/>
  <p:tag name="KSO_WM_SLIDE_BACKGROUND_TYPE" val="navigation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3dbb0dc744c742a1acf2c6ef9ab4a42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e854c2da57147eda354dc11af19b763"/>
  <p:tag name="KSO_WM_SLIDE_BACKGROUND_TYPE" val="navigation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7780_1*a*1"/>
  <p:tag name="KSO_WM_TEMPLATE_CATEGORY" val="diagram"/>
  <p:tag name="KSO_WM_TEMPLATE_INDEX" val="20207780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47fff408354345d2b350a42e1dcd95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0c5b929a8fae4eadaf42e69c32dd76b0"/>
  <p:tag name="KSO_WM_UNIT_TEXT_FILL_FORE_SCHEMECOLOR_INDEX_BRIGHTNESS" val="0"/>
  <p:tag name="KSO_WM_UNIT_TEXT_FILL_FORE_SCHEMECOLOR_INDEX" val="13"/>
  <p:tag name="KSO_WM_UNIT_TEXT_FILL_TYPE" val="1"/>
  <p:tag name="KSO_WM_TEMPLATE_ASSEMBLE_XID" val="638896a10c9383becde4cd6c"/>
  <p:tag name="KSO_WM_TEMPLATE_ASSEMBLE_GROUPID" val="638896a10c9383becde4cd6c"/>
</p:tagLst>
</file>

<file path=ppt/tags/tag15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780_1*f*1"/>
  <p:tag name="KSO_WM_TEMPLATE_CATEGORY" val="diagram"/>
  <p:tag name="KSO_WM_TEMPLATE_INDEX" val="20207780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60"/>
  <p:tag name="KSO_WM_UNIT_SHOW_EDIT_AREA_INDICATION" val="1"/>
  <p:tag name="KSO_WM_CHIP_GROUPID" val="5e6b05596848fb12bee65ac8"/>
  <p:tag name="KSO_WM_CHIP_XID" val="5e6b05596848fb12bee65aca"/>
  <p:tag name="KSO_WM_UNIT_DEC_AREA_ID" val="d455e1c7a7e74a678346b25b0e6fa81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02111354e2164d6491a66ac032bd082a"/>
  <p:tag name="KSO_WM_UNIT_TEXT_FILL_FORE_SCHEMECOLOR_INDEX_BRIGHTNESS" val="0.25"/>
  <p:tag name="KSO_WM_UNIT_TEXT_FILL_FORE_SCHEMECOLOR_INDEX" val="13"/>
  <p:tag name="KSO_WM_UNIT_TEXT_FILL_TYPE" val="1"/>
  <p:tag name="KSO_WM_TEMPLATE_ASSEMBLE_XID" val="638896a10c9383becde4cd6c"/>
  <p:tag name="KSO_WM_TEMPLATE_ASSEMBLE_GROUPID" val="638896a10c9383becde4cd6c"/>
</p:tagLst>
</file>

<file path=ppt/tags/tag160.xml><?xml version="1.0" encoding="utf-8"?>
<p:tagLst xmlns:p="http://schemas.openxmlformats.org/presentationml/2006/main">
  <p:tag name="KSO_WM_BEAUTIFY_FLAG" val="#wm#"/>
  <p:tag name="KSO_WM_TEMPLATE_CATEGORY" val="diagram"/>
  <p:tag name="KSO_WM_TEMPLATE_INDEX" val="20207780"/>
  <p:tag name="KSO_WM_SLIDE_ID" val="diagram20207780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20"/>
  <p:tag name="KSO_WM_SLIDE_POSITION" val="0*0"/>
  <p:tag name="KSO_WM_TAG_VERSION" val="1.0"/>
  <p:tag name="KSO_WM_SLIDE_LAYOUT" val="a_d_f"/>
  <p:tag name="KSO_WM_SLIDE_LAYOUT_CNT" val="1_1_1"/>
  <p:tag name="KSO_WM_SLIDE_BACKGROUND" val="[&quot;general&quot;,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edaffaaa51720c6c8f4f96"/>
  <p:tag name="KSO_WM_CHIP_FILLPROP" val="[[{&quot;text_align&quot;:&quot;lm&quot;,&quot;text_direction&quot;:&quot;horizontal&quot;,&quot;support_big_font&quot;:false,&quot;picture_toward&quot;:0,&quot;picture_dockside&quot;:[],&quot;fill_id&quot;:&quot;64fef733638246a6b31168fcca795b6c&quot;,&quot;fill_align&quot;:&quot;lm&quot;,&quot;chip_types&quot;:[&quot;header&quot;]},{&quot;text_align&quot;:&quot;lm&quot;,&quot;text_direction&quot;:&quot;horizontal&quot;,&quot;support_big_font&quot;:false,&quot;picture_toward&quot;:0,&quot;picture_dockside&quot;:[],&quot;fill_id&quot;:&quot;e7350a276e1b487dbd111a1392cc20e6&quot;,&quot;fill_align&quot;:&quot;lm&quot;,&quot;chip_types&quot;:[&quot;text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d80f169e8ede4174b58d7a712e746ee0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64fef733638246a6b31168fcca795b6c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7350a276e1b487dbd111a1392cc20e6&quot;,&quot;fill_align&quot;:&quot;l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d80f169e8ede4174b58d7a712e746ee0&quot;,&quot;fill_align&quot;:&quot;lm&quot;,&quot;chip_types&quot;:[&quot;text&quot;]}],[{&quot;text_align&quot;:&quot;lm&quot;,&quot;text_direction&quot;:&quot;horizontal&quot;,&quot;support_big_font&quot;:false,&quot;picture_toward&quot;:0,&quot;picture_dockside&quot;:[],&quot;fill_id&quot;:&quot;64fef733638246a6b31168fcca795b6c&quot;,&quot;fill_align&quot;:&quot;lm&quot;,&quot;chip_types&quot;:[&quot;header&quot;]},{&quot;text_align&quot;:&quot;lm&quot;,&quot;text_direction&quot;:&quot;horizontal&quot;,&quot;support_big_font&quot;:false,&quot;picture_toward&quot;:0,&quot;picture_dockside&quot;:[],&quot;fill_id&quot;:&quot;e7350a276e1b487dbd111a1392cc20e6&quot;,&quot;fill_align&quot;:&quot;lm&quot;,&quot;chip_types&quot;:[&quot;text&quot;,&quot;picture&quot;]},{&quot;text_align&quot;:&quot;lm&quot;,&quot;text_direction&quot;:&quot;horizontal&quot;,&quot;support_big_font&quot;:false,&quot;picture_toward&quot;:0,&quot;picture_dockside&quot;:[],&quot;fill_id&quot;:&quot;d80f169e8ede4174b58d7a712e746ee0&quot;,&quot;fill_align&quot;:&quot;lm&quot;,&quot;chip_types&quot;:[&quot;text&quot;,&quot;picture&quot;]}]]"/>
  <p:tag name="KSO_WM_CHIP_DECFILLPROP" val="[]"/>
  <p:tag name="KSO_WM_SLIDE_CAN_ADD_NAVIGATION" val="1"/>
  <p:tag name="KSO_WM_CHIP_GROUPID" val="5eedaffaaa51720c6c8f4f95"/>
  <p:tag name="KSO_WM_SLIDE_BACKGROUND_TYPE" val="navigation"/>
  <p:tag name="KSO_WM_SLIDE_SUPPORT_FEATURE_TYPE" val="7"/>
  <p:tag name="KSO_WM_TEMPLATE_ASSEMBLE_XID" val="638896a10c9383becde4cd6c"/>
  <p:tag name="KSO_WM_TEMPLATE_ASSEMBLE_GROUPID" val="638896a10c9383becde4cd6c"/>
  <p:tag name="FIXED_XID_TMP" val="5f5ee1ca4d6848d78f644aeb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12-01T19:57:21&quot;,&quot;maxSize&quot;:{&quot;size1&quot;:13.5},&quot;minSize&quot;:{&quot;size1&quot;:13.5},&quot;normalSize&quot;:{&quot;size1&quot;:13.5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1T19:57:21&quot;,&quot;margin&quot;:{&quot;bottom&quot;:0.44999995827674866,&quot;left&quot;:1.2699999809265137,&quot;right&quot;:1.2699999809265137,&quot;top&quot;:0.4230000674724579},&quot;type&quot;:0},{&quot;direction&quot;:1,&quot;id&quot;:&quot;2022-12-01T19:57:21&quot;,&quot;maxSize&quot;:{&quot;size1&quot;:62.450135467176246},&quot;minSize&quot;:{&quot;size1&quot;:42.450135467176246},&quot;normalSize&quot;:{&quot;size1&quot;:42.450135467176246},&quot;subLayout&quot;:[{&quot;id&quot;:&quot;2022-12-01T19:57:21&quot;,&quot;margin&quot;:{&quot;bottom&quot;:1.6929999589920044,&quot;left&quot;:1.6929999589920044,&quot;right&quot;:1.6670000553131104,&quot;top&quot;:1.6929999589920044},&quot;type&quot;:0},{&quot;id&quot;:&quot;2022-12-01T19:57:21&quot;,&quot;margin&quot;:{&quot;bottom&quot;:1.6929999589920044,&quot;left&quot;:0.02600000612437725,&quot;right&quot;:1.6929999589920044,&quot;top&quot;:1.6929999589920044},&quot;type&quot;:0}],&quot;type&quot;:0}],&quot;type&quot;:0}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02536_5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c"/>
  <p:tag name="KSO_WM_UNIT_DEC_AREA_ID" val="e724edf3836145948d32a30ded149d9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926a419df9b480cb8c80c248ce94512"/>
  <p:tag name="KSO_WM_SLIDE_BACKGROUND_TYPE" val="navigation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3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a"/>
  <p:tag name="KSO_WM_UNIT_DEC_AREA_ID" val="a1ebd9ca35ca471f955362afdc2c330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a69e03938d49c59c49fd15e79947cd"/>
  <p:tag name="KSO_WM_SLIDE_BACKGROUND_TYPE" val="navigation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02536_4*i*1"/>
  <p:tag name="KSO_WM_TEMPLATE_CATEGORY" val="chip"/>
  <p:tag name="KSO_WM_TEMPLATE_INDEX" val="20202536"/>
  <p:tag name="KSO_WM_UNIT_LAYERLEVEL" val="1"/>
  <p:tag name="KSO_WM_TAG_VERSION" val="1.0"/>
  <p:tag name="KSO_WM_BEAUTIFY_FLAG" val="#wm#"/>
  <p:tag name="KSO_WM_CHIP_GROUPID" val="5fbf0f162574a1ee74b21dd7"/>
  <p:tag name="KSO_WM_CHIP_XID" val="5fbf0f162574a1ee74b21ddb"/>
  <p:tag name="KSO_WM_UNIT_DEC_AREA_ID" val="3dbb0dc744c742a1acf2c6ef9ab4a42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e854c2da57147eda354dc11af19b763"/>
  <p:tag name="KSO_WM_SLIDE_BACKGROUND_TYPE" val="navigation"/>
</p:tagLst>
</file>

<file path=ppt/tags/tag1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7780_1*a*1"/>
  <p:tag name="KSO_WM_TEMPLATE_CATEGORY" val="diagram"/>
  <p:tag name="KSO_WM_TEMPLATE_INDEX" val="20207780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47fff408354345d2b350a42e1dcd95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0c5b929a8fae4eadaf42e69c32dd76b0"/>
  <p:tag name="KSO_WM_UNIT_TEXT_FILL_FORE_SCHEMECOLOR_INDEX_BRIGHTNESS" val="0"/>
  <p:tag name="KSO_WM_UNIT_TEXT_FILL_FORE_SCHEMECOLOR_INDEX" val="13"/>
  <p:tag name="KSO_WM_UNIT_TEXT_FILL_TYPE" val="1"/>
  <p:tag name="KSO_WM_TEMPLATE_ASSEMBLE_XID" val="638896a10c9383becde4cd6c"/>
  <p:tag name="KSO_WM_TEMPLATE_ASSEMBLE_GROUPID" val="638896a10c9383becde4cd6c"/>
</p:tagLst>
</file>

<file path=ppt/tags/tag16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780_1*f*1"/>
  <p:tag name="KSO_WM_TEMPLATE_CATEGORY" val="diagram"/>
  <p:tag name="KSO_WM_TEMPLATE_INDEX" val="20207780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60"/>
  <p:tag name="KSO_WM_UNIT_SHOW_EDIT_AREA_INDICATION" val="1"/>
  <p:tag name="KSO_WM_CHIP_GROUPID" val="5e6b05596848fb12bee65ac8"/>
  <p:tag name="KSO_WM_CHIP_XID" val="5e6b05596848fb12bee65aca"/>
  <p:tag name="KSO_WM_UNIT_DEC_AREA_ID" val="d455e1c7a7e74a678346b25b0e6fa81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02111354e2164d6491a66ac032bd082a"/>
  <p:tag name="KSO_WM_UNIT_TEXT_FILL_FORE_SCHEMECOLOR_INDEX_BRIGHTNESS" val="0.25"/>
  <p:tag name="KSO_WM_UNIT_TEXT_FILL_FORE_SCHEMECOLOR_INDEX" val="13"/>
  <p:tag name="KSO_WM_UNIT_TEXT_FILL_TYPE" val="1"/>
  <p:tag name="KSO_WM_TEMPLATE_ASSEMBLE_XID" val="638896a10c9383becde4cd6c"/>
  <p:tag name="KSO_WM_TEMPLATE_ASSEMBLE_GROUPID" val="638896a10c9383becde4cd6c"/>
</p:tagLst>
</file>

<file path=ppt/tags/tag166.xml><?xml version="1.0" encoding="utf-8"?>
<p:tagLst xmlns:p="http://schemas.openxmlformats.org/presentationml/2006/main">
  <p:tag name="KSO_WM_BEAUTIFY_FLAG" val="#wm#"/>
  <p:tag name="KSO_WM_TEMPLATE_CATEGORY" val="diagram"/>
  <p:tag name="KSO_WM_TEMPLATE_INDEX" val="20207780"/>
  <p:tag name="KSO_WM_SLIDE_ID" val="diagram20207780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20"/>
  <p:tag name="KSO_WM_SLIDE_POSITION" val="0*0"/>
  <p:tag name="KSO_WM_TAG_VERSION" val="1.0"/>
  <p:tag name="KSO_WM_SLIDE_LAYOUT" val="a_d_f"/>
  <p:tag name="KSO_WM_SLIDE_LAYOUT_CNT" val="1_1_1"/>
  <p:tag name="KSO_WM_SLIDE_BACKGROUND" val="[&quot;general&quot;,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edaffaaa51720c6c8f4f96"/>
  <p:tag name="KSO_WM_CHIP_FILLPROP" val="[[{&quot;text_align&quot;:&quot;lm&quot;,&quot;text_direction&quot;:&quot;horizontal&quot;,&quot;support_big_font&quot;:false,&quot;picture_toward&quot;:0,&quot;picture_dockside&quot;:[],&quot;fill_id&quot;:&quot;64fef733638246a6b31168fcca795b6c&quot;,&quot;fill_align&quot;:&quot;lm&quot;,&quot;chip_types&quot;:[&quot;header&quot;]},{&quot;text_align&quot;:&quot;lm&quot;,&quot;text_direction&quot;:&quot;horizontal&quot;,&quot;support_big_font&quot;:false,&quot;picture_toward&quot;:0,&quot;picture_dockside&quot;:[],&quot;fill_id&quot;:&quot;e7350a276e1b487dbd111a1392cc20e6&quot;,&quot;fill_align&quot;:&quot;lm&quot;,&quot;chip_types&quot;:[&quot;text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d80f169e8ede4174b58d7a712e746ee0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64fef733638246a6b31168fcca795b6c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7350a276e1b487dbd111a1392cc20e6&quot;,&quot;fill_align&quot;:&quot;l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d80f169e8ede4174b58d7a712e746ee0&quot;,&quot;fill_align&quot;:&quot;lm&quot;,&quot;chip_types&quot;:[&quot;text&quot;]}],[{&quot;text_align&quot;:&quot;lm&quot;,&quot;text_direction&quot;:&quot;horizontal&quot;,&quot;support_big_font&quot;:false,&quot;picture_toward&quot;:0,&quot;picture_dockside&quot;:[],&quot;fill_id&quot;:&quot;64fef733638246a6b31168fcca795b6c&quot;,&quot;fill_align&quot;:&quot;lm&quot;,&quot;chip_types&quot;:[&quot;header&quot;]},{&quot;text_align&quot;:&quot;lm&quot;,&quot;text_direction&quot;:&quot;horizontal&quot;,&quot;support_big_font&quot;:false,&quot;picture_toward&quot;:0,&quot;picture_dockside&quot;:[],&quot;fill_id&quot;:&quot;e7350a276e1b487dbd111a1392cc20e6&quot;,&quot;fill_align&quot;:&quot;lm&quot;,&quot;chip_types&quot;:[&quot;text&quot;,&quot;picture&quot;]},{&quot;text_align&quot;:&quot;lm&quot;,&quot;text_direction&quot;:&quot;horizontal&quot;,&quot;support_big_font&quot;:false,&quot;picture_toward&quot;:0,&quot;picture_dockside&quot;:[],&quot;fill_id&quot;:&quot;d80f169e8ede4174b58d7a712e746ee0&quot;,&quot;fill_align&quot;:&quot;lm&quot;,&quot;chip_types&quot;:[&quot;text&quot;,&quot;picture&quot;]}]]"/>
  <p:tag name="KSO_WM_CHIP_DECFILLPROP" val="[]"/>
  <p:tag name="KSO_WM_SLIDE_CAN_ADD_NAVIGATION" val="1"/>
  <p:tag name="KSO_WM_CHIP_GROUPID" val="5eedaffaaa51720c6c8f4f95"/>
  <p:tag name="KSO_WM_SLIDE_BACKGROUND_TYPE" val="navigation"/>
  <p:tag name="KSO_WM_SLIDE_SUPPORT_FEATURE_TYPE" val="7"/>
  <p:tag name="KSO_WM_TEMPLATE_ASSEMBLE_XID" val="638896a10c9383becde4cd6c"/>
  <p:tag name="KSO_WM_TEMPLATE_ASSEMBLE_GROUPID" val="638896a10c9383becde4cd6c"/>
  <p:tag name="FIXED_XID_TMP" val="5f5ee1ca4d6848d78f644aeb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12-01T19:57:21&quot;,&quot;maxSize&quot;:{&quot;size1&quot;:13.5},&quot;minSize&quot;:{&quot;size1&quot;:13.5},&quot;normalSize&quot;:{&quot;size1&quot;:13.5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1T19:57:21&quot;,&quot;margin&quot;:{&quot;bottom&quot;:0.44999995827674866,&quot;left&quot;:1.2699999809265137,&quot;right&quot;:1.2699999809265137,&quot;top&quot;:0.4230000674724579},&quot;type&quot;:0},{&quot;direction&quot;:1,&quot;id&quot;:&quot;2022-12-01T19:57:21&quot;,&quot;maxSize&quot;:{&quot;size1&quot;:62.450135467176246},&quot;minSize&quot;:{&quot;size1&quot;:42.450135467176246},&quot;normalSize&quot;:{&quot;size1&quot;:42.450135467176246},&quot;subLayout&quot;:[{&quot;id&quot;:&quot;2022-12-01T19:57:21&quot;,&quot;margin&quot;:{&quot;bottom&quot;:1.6929999589920044,&quot;left&quot;:1.6929999589920044,&quot;right&quot;:1.6670000553131104,&quot;top&quot;:1.6929999589920044},&quot;type&quot;:0},{&quot;id&quot;:&quot;2022-12-01T19:57:21&quot;,&quot;margin&quot;:{&quot;bottom&quot;:1.6929999589920044,&quot;left&quot;:0.02600000612437725,&quot;right&quot;:1.6929999589920044,&quot;top&quot;:1.6929999589920044},&quot;type&quot;:0}],&quot;type&quot;:0}],&quot;type&quot;:0}"/>
</p:tagLst>
</file>

<file path=ppt/theme/theme1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EB9A30"/>
      </a:accent1>
      <a:accent2>
        <a:srgbClr val="ACB138"/>
      </a:accent2>
      <a:accent3>
        <a:srgbClr val="77C551"/>
      </a:accent3>
      <a:accent4>
        <a:srgbClr val="4ED379"/>
      </a:accent4>
      <a:accent5>
        <a:srgbClr val="35DBAF"/>
      </a:accent5>
      <a:accent6>
        <a:srgbClr val="2FDEE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WPS 演示</Application>
  <PresentationFormat>宽屏</PresentationFormat>
  <Paragraphs>81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汉仪旗黑-85S</vt:lpstr>
      <vt:lpstr>黑体</vt:lpstr>
      <vt:lpstr>Wingdings</vt:lpstr>
      <vt:lpstr>汉仪旗黑-85S</vt:lpstr>
      <vt:lpstr>Segoe UI</vt:lpstr>
      <vt:lpstr>Arial Unicode MS</vt:lpstr>
      <vt:lpstr>Calibri</vt:lpstr>
      <vt:lpstr>汉仪旗黑-85S</vt:lpstr>
      <vt:lpstr>汉仪旗黑Y4-85简</vt:lpstr>
      <vt:lpstr>2_Office 主题​​</vt:lpstr>
      <vt:lpstr>「Work Dashboard」 你的智能工作助手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</cp:lastModifiedBy>
  <cp:revision>158</cp:revision>
  <dcterms:created xsi:type="dcterms:W3CDTF">2019-06-19T02:08:00Z</dcterms:created>
  <dcterms:modified xsi:type="dcterms:W3CDTF">2026-01-11T16:23:41Z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C3E03A6D10FA4F9BB98757ACE831A774_11</vt:lpwstr>
  </property>
</Properties>
</file>